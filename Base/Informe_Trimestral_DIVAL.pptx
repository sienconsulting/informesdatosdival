
<file path=[Content_Types].xml><?xml version="1.0" encoding="utf-8"?>
<Types xmlns="http://schemas.openxmlformats.org/package/2006/content-types">
  <Default Extension="emf" ContentType="image/x-emf"/>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notesSlides/notesSlide2.xml" ContentType="application/vnd.openxmlformats-officedocument.presentationml.notesSlid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notesSlides/notesSlide3.xml" ContentType="application/vnd.openxmlformats-officedocument.presentationml.notesSlid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notesSlides/notesSlide4.xml" ContentType="application/vnd.openxmlformats-officedocument.presentationml.notesSlid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notesSlides/notesSlide7.xml" ContentType="application/vnd.openxmlformats-officedocument.presentationml.notesSlid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 id="2147483660" r:id="rId2"/>
  </p:sldMasterIdLst>
  <p:notesMasterIdLst>
    <p:notesMasterId r:id="rId32"/>
  </p:notesMasterIdLst>
  <p:sldIdLst>
    <p:sldId id="256" r:id="rId3"/>
    <p:sldId id="257" r:id="rId4"/>
    <p:sldId id="303" r:id="rId5"/>
    <p:sldId id="261" r:id="rId6"/>
    <p:sldId id="306" r:id="rId7"/>
    <p:sldId id="307" r:id="rId8"/>
    <p:sldId id="308" r:id="rId9"/>
    <p:sldId id="309" r:id="rId10"/>
    <p:sldId id="310" r:id="rId11"/>
    <p:sldId id="311" r:id="rId12"/>
    <p:sldId id="312" r:id="rId13"/>
    <p:sldId id="271" r:id="rId14"/>
    <p:sldId id="302" r:id="rId15"/>
    <p:sldId id="272" r:id="rId16"/>
    <p:sldId id="273" r:id="rId17"/>
    <p:sldId id="276" r:id="rId18"/>
    <p:sldId id="278" r:id="rId19"/>
    <p:sldId id="299" r:id="rId20"/>
    <p:sldId id="304" r:id="rId21"/>
    <p:sldId id="282" r:id="rId22"/>
    <p:sldId id="283" r:id="rId23"/>
    <p:sldId id="286" r:id="rId24"/>
    <p:sldId id="288" r:id="rId25"/>
    <p:sldId id="296" r:id="rId26"/>
    <p:sldId id="289" r:id="rId27"/>
    <p:sldId id="300" r:id="rId28"/>
    <p:sldId id="305" r:id="rId29"/>
    <p:sldId id="298" r:id="rId30"/>
    <p:sldId id="301" r:id="rId31"/>
  </p:sldIdLst>
  <p:sldSz cx="12192000" cy="6858000"/>
  <p:notesSz cx="6858000" cy="9144000"/>
  <p:embeddedFontLst>
    <p:embeddedFont>
      <p:font typeface="DM Serif Display" pitchFamily="2" charset="0"/>
      <p:regular r:id="rId33"/>
      <p:italic r:id="rId34"/>
    </p:embeddedFont>
    <p:embeddedFont>
      <p:font typeface="Montserrat" pitchFamily="2" charset="0"/>
      <p:regular r:id="rId35"/>
      <p:bold r:id="rId36"/>
      <p:italic r:id="rId37"/>
      <p:boldItalic r:id="rId38"/>
    </p:embeddedFont>
    <p:embeddedFont>
      <p:font typeface="Montserrat Medium" pitchFamily="2" charset="0"/>
      <p:regular r:id="rId39"/>
      <p:italic r:id="rId40"/>
    </p:embeddedFont>
    <p:embeddedFont>
      <p:font typeface="Montserrat SemiBold" pitchFamily="2" charset="0"/>
      <p:regular r:id="rId41"/>
      <p:bold r:id="rId42"/>
      <p:italic r:id="rId43"/>
      <p:boldItalic r:id="rId44"/>
    </p:embeddedFont>
  </p:embeddedFontLst>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296" userDrawn="1">
          <p15:clr>
            <a:srgbClr val="A4A3A4"/>
          </p15:clr>
        </p15:guide>
        <p15:guide id="3" pos="3840" userDrawn="1">
          <p15:clr>
            <a:srgbClr val="A4A3A4"/>
          </p15:clr>
        </p15:guide>
        <p15:guide id="4" orient="horz" pos="822" userDrawn="1">
          <p15:clr>
            <a:srgbClr val="A4A3A4"/>
          </p15:clr>
        </p15:guide>
        <p15:guide id="5" orient="horz" pos="3861" userDrawn="1">
          <p15:clr>
            <a:srgbClr val="A4A3A4"/>
          </p15:clr>
        </p15:guide>
        <p15:guide id="6" pos="7355" userDrawn="1">
          <p15:clr>
            <a:srgbClr val="A4A3A4"/>
          </p15:clr>
        </p15:guide>
        <p15:guide id="7" orient="horz" pos="1321" userDrawn="1">
          <p15:clr>
            <a:srgbClr val="A4A3A4"/>
          </p15:clr>
        </p15:guide>
        <p15:guide id="8" orient="horz" pos="4042" userDrawn="1">
          <p15:clr>
            <a:srgbClr val="A4A3A4"/>
          </p15:clr>
        </p15:guide>
        <p15:guide id="9" orient="horz" pos="3339"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B42"/>
    <a:srgbClr val="71CFA9"/>
    <a:srgbClr val="95C21E"/>
    <a:srgbClr val="04A2B6"/>
    <a:srgbClr val="27649F"/>
    <a:srgbClr val="009AA7"/>
    <a:srgbClr val="76B463"/>
    <a:srgbClr val="5176B8"/>
    <a:srgbClr val="04145E"/>
    <a:srgbClr val="F0C14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013330-D071-4D10-B3B6-F9BE8D4B507E}" v="4" dt="2026-02-26T19:32:09.6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100"/>
    <p:restoredTop sz="94615"/>
  </p:normalViewPr>
  <p:slideViewPr>
    <p:cSldViewPr snapToGrid="0">
      <p:cViewPr varScale="1">
        <p:scale>
          <a:sx n="97" d="100"/>
          <a:sy n="97" d="100"/>
        </p:scale>
        <p:origin x="1278" y="306"/>
      </p:cViewPr>
      <p:guideLst>
        <p:guide orient="horz" pos="2160"/>
        <p:guide pos="3296"/>
        <p:guide pos="3840"/>
        <p:guide orient="horz" pos="822"/>
        <p:guide orient="horz" pos="3861"/>
        <p:guide pos="7355"/>
        <p:guide orient="horz" pos="1321"/>
        <p:guide orient="horz" pos="4042"/>
        <p:guide orient="horz" pos="3339"/>
      </p:guideLst>
    </p:cSldViewPr>
  </p:slideViewPr>
  <p:notesTextViewPr>
    <p:cViewPr>
      <p:scale>
        <a:sx n="1" d="1"/>
        <a:sy n="1" d="1"/>
      </p:scale>
      <p:origin x="0" y="0"/>
    </p:cViewPr>
  </p:notesTextViewPr>
  <p:notesViewPr>
    <p:cSldViewPr snapToGrid="0" showGuides="1">
      <p:cViewPr varScale="1">
        <p:scale>
          <a:sx n="121" d="100"/>
          <a:sy n="121" d="100"/>
        </p:scale>
        <p:origin x="4488" y="17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7.fntdata"/><Relationship Id="rId21" Type="http://schemas.openxmlformats.org/officeDocument/2006/relationships/slide" Target="slides/slide19.xml"/><Relationship Id="rId34" Type="http://schemas.openxmlformats.org/officeDocument/2006/relationships/font" Target="fonts/font2.fntdata"/><Relationship Id="rId42" Type="http://schemas.openxmlformats.org/officeDocument/2006/relationships/font" Target="fonts/font10.fntdata"/><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4.fntdata"/><Relationship Id="rId49" Type="http://schemas.microsoft.com/office/2016/11/relationships/changesInfo" Target="changesInfos/changesInfo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font" Target="fonts/font12.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font" Target="fonts/font3.fntdata"/><Relationship Id="rId43" Type="http://schemas.openxmlformats.org/officeDocument/2006/relationships/font" Target="fonts/font11.fntdata"/><Relationship Id="rId48"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ere Lloret" userId="7910d177-ec33-4b32-99c4-b326d77bd835" providerId="ADAL" clId="{74AC9018-D152-48B8-8D96-46F61B528486}"/>
    <pc:docChg chg="modSld modMainMaster">
      <pc:chgData name="Pere Lloret" userId="7910d177-ec33-4b32-99c4-b326d77bd835" providerId="ADAL" clId="{74AC9018-D152-48B8-8D96-46F61B528486}" dt="2026-02-26T19:32:18.642" v="83" actId="6549"/>
      <pc:docMkLst>
        <pc:docMk/>
      </pc:docMkLst>
      <pc:sldChg chg="modSp mod">
        <pc:chgData name="Pere Lloret" userId="7910d177-ec33-4b32-99c4-b326d77bd835" providerId="ADAL" clId="{74AC9018-D152-48B8-8D96-46F61B528486}" dt="2026-02-26T19:32:18.642" v="83" actId="6549"/>
        <pc:sldMkLst>
          <pc:docMk/>
          <pc:sldMk cId="687214313" sldId="261"/>
        </pc:sldMkLst>
        <pc:spChg chg="mod">
          <ac:chgData name="Pere Lloret" userId="7910d177-ec33-4b32-99c4-b326d77bd835" providerId="ADAL" clId="{74AC9018-D152-48B8-8D96-46F61B528486}" dt="2026-02-26T19:32:18.642" v="83" actId="6549"/>
          <ac:spMkLst>
            <pc:docMk/>
            <pc:sldMk cId="687214313" sldId="261"/>
            <ac:spMk id="12" creationId="{51C9942B-0A87-DD42-BC8A-4FE73ECEC448}"/>
          </ac:spMkLst>
        </pc:spChg>
      </pc:sldChg>
      <pc:sldChg chg="modSp mod">
        <pc:chgData name="Pere Lloret" userId="7910d177-ec33-4b32-99c4-b326d77bd835" providerId="ADAL" clId="{74AC9018-D152-48B8-8D96-46F61B528486}" dt="2026-02-26T19:32:01.546" v="77" actId="6549"/>
        <pc:sldMkLst>
          <pc:docMk/>
          <pc:sldMk cId="263262923" sldId="303"/>
        </pc:sldMkLst>
        <pc:spChg chg="mod">
          <ac:chgData name="Pere Lloret" userId="7910d177-ec33-4b32-99c4-b326d77bd835" providerId="ADAL" clId="{74AC9018-D152-48B8-8D96-46F61B528486}" dt="2026-02-26T19:32:01.546" v="77" actId="6549"/>
          <ac:spMkLst>
            <pc:docMk/>
            <pc:sldMk cId="263262923" sldId="303"/>
            <ac:spMk id="12" creationId="{02CD379A-46E8-C541-B9EF-6F680410F2FC}"/>
          </ac:spMkLst>
        </pc:spChg>
      </pc:sldChg>
      <pc:sldMasterChg chg="modSldLayout">
        <pc:chgData name="Pere Lloret" userId="7910d177-ec33-4b32-99c4-b326d77bd835" providerId="ADAL" clId="{74AC9018-D152-48B8-8D96-46F61B528486}" dt="2026-02-26T19:30:47.430" v="69" actId="20577"/>
        <pc:sldMasterMkLst>
          <pc:docMk/>
          <pc:sldMasterMk cId="2281390595" sldId="2147483648"/>
        </pc:sldMasterMkLst>
        <pc:sldLayoutChg chg="modSp mod">
          <pc:chgData name="Pere Lloret" userId="7910d177-ec33-4b32-99c4-b326d77bd835" providerId="ADAL" clId="{74AC9018-D152-48B8-8D96-46F61B528486}" dt="2026-02-26T19:30:17.372" v="22" actId="20577"/>
          <pc:sldLayoutMkLst>
            <pc:docMk/>
            <pc:sldMasterMk cId="2281390595" sldId="2147483648"/>
            <pc:sldLayoutMk cId="2781411672" sldId="2147483649"/>
          </pc:sldLayoutMkLst>
          <pc:spChg chg="mod">
            <ac:chgData name="Pere Lloret" userId="7910d177-ec33-4b32-99c4-b326d77bd835" providerId="ADAL" clId="{74AC9018-D152-48B8-8D96-46F61B528486}" dt="2026-02-26T19:30:17.372" v="22" actId="20577"/>
            <ac:spMkLst>
              <pc:docMk/>
              <pc:sldMasterMk cId="2281390595" sldId="2147483648"/>
              <pc:sldLayoutMk cId="2781411672" sldId="2147483649"/>
              <ac:spMk id="18" creationId="{328DD2DB-6EB2-E047-A690-19DC5E706481}"/>
            </ac:spMkLst>
          </pc:spChg>
        </pc:sldLayoutChg>
        <pc:sldLayoutChg chg="modSp mod">
          <pc:chgData name="Pere Lloret" userId="7910d177-ec33-4b32-99c4-b326d77bd835" providerId="ADAL" clId="{74AC9018-D152-48B8-8D96-46F61B528486}" dt="2026-02-26T19:30:47.430" v="69" actId="20577"/>
          <pc:sldLayoutMkLst>
            <pc:docMk/>
            <pc:sldMasterMk cId="2281390595" sldId="2147483648"/>
            <pc:sldLayoutMk cId="3175631938" sldId="2147483650"/>
          </pc:sldLayoutMkLst>
          <pc:spChg chg="mod">
            <ac:chgData name="Pere Lloret" userId="7910d177-ec33-4b32-99c4-b326d77bd835" providerId="ADAL" clId="{74AC9018-D152-48B8-8D96-46F61B528486}" dt="2026-02-26T19:30:47.430" v="69" actId="20577"/>
            <ac:spMkLst>
              <pc:docMk/>
              <pc:sldMasterMk cId="2281390595" sldId="2147483648"/>
              <pc:sldLayoutMk cId="3175631938" sldId="2147483650"/>
              <ac:spMk id="8" creationId="{ABB43BDF-C85F-274A-B957-5A95745A7701}"/>
            </ac:spMkLst>
          </pc:spChg>
        </pc:sldLayoutChg>
        <pc:sldLayoutChg chg="modSp mod">
          <pc:chgData name="Pere Lloret" userId="7910d177-ec33-4b32-99c4-b326d77bd835" providerId="ADAL" clId="{74AC9018-D152-48B8-8D96-46F61B528486}" dt="2026-02-26T19:30:36.742" v="46" actId="1076"/>
          <pc:sldLayoutMkLst>
            <pc:docMk/>
            <pc:sldMasterMk cId="2281390595" sldId="2147483648"/>
            <pc:sldLayoutMk cId="1937456293" sldId="2147483672"/>
          </pc:sldLayoutMkLst>
          <pc:spChg chg="mod">
            <ac:chgData name="Pere Lloret" userId="7910d177-ec33-4b32-99c4-b326d77bd835" providerId="ADAL" clId="{74AC9018-D152-48B8-8D96-46F61B528486}" dt="2026-02-26T19:30:36.742" v="46" actId="1076"/>
            <ac:spMkLst>
              <pc:docMk/>
              <pc:sldMasterMk cId="2281390595" sldId="2147483648"/>
              <pc:sldLayoutMk cId="1937456293" sldId="2147483672"/>
              <ac:spMk id="18" creationId="{328DD2DB-6EB2-E047-A690-19DC5E706481}"/>
            </ac:spMkLst>
          </pc:spChg>
        </pc:sldLayoutChg>
      </pc:sldMasterChg>
    </pc:docChg>
  </pc:docChgLst>
  <pc:docChgLst>
    <pc:chgData name="Maite" userId="e39ee39b-8feb-4631-9f68-d509c9a9f4c6" providerId="ADAL" clId="{1863AED9-D848-254C-94D4-AAB0421F2CB1}"/>
    <pc:docChg chg="undo redo custSel addSld delSld modSld sldOrd modMainMaster">
      <pc:chgData name="Maite" userId="e39ee39b-8feb-4631-9f68-d509c9a9f4c6" providerId="ADAL" clId="{1863AED9-D848-254C-94D4-AAB0421F2CB1}" dt="2026-02-26T15:56:26.722" v="2438" actId="478"/>
      <pc:docMkLst>
        <pc:docMk/>
      </pc:docMkLst>
      <pc:sldChg chg="addSp delSp modSp">
        <pc:chgData name="Maite" userId="e39ee39b-8feb-4631-9f68-d509c9a9f4c6" providerId="ADAL" clId="{1863AED9-D848-254C-94D4-AAB0421F2CB1}" dt="2026-02-26T15:52:41.483" v="2393" actId="207"/>
        <pc:sldMkLst>
          <pc:docMk/>
          <pc:sldMk cId="800913457" sldId="256"/>
        </pc:sldMkLst>
        <pc:spChg chg="mod">
          <ac:chgData name="Maite" userId="e39ee39b-8feb-4631-9f68-d509c9a9f4c6" providerId="ADAL" clId="{1863AED9-D848-254C-94D4-AAB0421F2CB1}" dt="2026-02-26T15:52:41.483" v="2393" actId="207"/>
          <ac:spMkLst>
            <pc:docMk/>
            <pc:sldMk cId="800913457" sldId="256"/>
            <ac:spMk id="10" creationId="{0A0CD324-6DCD-BA49-A073-078E28E36644}"/>
          </ac:spMkLst>
        </pc:spChg>
        <pc:spChg chg="mod">
          <ac:chgData name="Maite" userId="e39ee39b-8feb-4631-9f68-d509c9a9f4c6" providerId="ADAL" clId="{1863AED9-D848-254C-94D4-AAB0421F2CB1}" dt="2026-02-26T15:46:17.960" v="2384" actId="1076"/>
          <ac:spMkLst>
            <pc:docMk/>
            <pc:sldMk cId="800913457" sldId="256"/>
            <ac:spMk id="11" creationId="{B4095491-979B-8B42-8429-26E7A11D640F}"/>
          </ac:spMkLst>
        </pc:spChg>
        <pc:grpChg chg="add mod">
          <ac:chgData name="Maite" userId="e39ee39b-8feb-4631-9f68-d509c9a9f4c6" providerId="ADAL" clId="{1863AED9-D848-254C-94D4-AAB0421F2CB1}" dt="2026-02-26T15:46:17.960" v="2384" actId="1076"/>
          <ac:grpSpMkLst>
            <pc:docMk/>
            <pc:sldMk cId="800913457" sldId="256"/>
            <ac:grpSpMk id="13" creationId="{CB952129-EAF5-D649-B757-DF7A3A13A482}"/>
          </ac:grpSpMkLst>
        </pc:grpChg>
        <pc:picChg chg="del">
          <ac:chgData name="Maite" userId="e39ee39b-8feb-4631-9f68-d509c9a9f4c6" providerId="ADAL" clId="{1863AED9-D848-254C-94D4-AAB0421F2CB1}" dt="2026-02-26T13:45:48.521" v="1560" actId="478"/>
          <ac:picMkLst>
            <pc:docMk/>
            <pc:sldMk cId="800913457" sldId="256"/>
            <ac:picMk id="3" creationId="{106DA8E5-7D82-D541-8AA0-376A825B7410}"/>
          </ac:picMkLst>
        </pc:picChg>
        <pc:picChg chg="add mod">
          <ac:chgData name="Maite" userId="e39ee39b-8feb-4631-9f68-d509c9a9f4c6" providerId="ADAL" clId="{1863AED9-D848-254C-94D4-AAB0421F2CB1}" dt="2026-02-26T15:48:55.213" v="2392" actId="1076"/>
          <ac:picMkLst>
            <pc:docMk/>
            <pc:sldMk cId="800913457" sldId="256"/>
            <ac:picMk id="4" creationId="{B93466DD-87CE-BC44-9C40-B3F1ACBDC329}"/>
          </ac:picMkLst>
        </pc:picChg>
        <pc:picChg chg="del">
          <ac:chgData name="Maite" userId="e39ee39b-8feb-4631-9f68-d509c9a9f4c6" providerId="ADAL" clId="{1863AED9-D848-254C-94D4-AAB0421F2CB1}" dt="2026-02-26T15:46:00.681" v="2379" actId="478"/>
          <ac:picMkLst>
            <pc:docMk/>
            <pc:sldMk cId="800913457" sldId="256"/>
            <ac:picMk id="5" creationId="{3DBD3EA0-6C9F-A446-B290-D9C90CC26797}"/>
          </ac:picMkLst>
        </pc:picChg>
        <pc:picChg chg="del mod">
          <ac:chgData name="Maite" userId="e39ee39b-8feb-4631-9f68-d509c9a9f4c6" providerId="ADAL" clId="{1863AED9-D848-254C-94D4-AAB0421F2CB1}" dt="2026-02-26T15:48:49.636" v="2390" actId="478"/>
          <ac:picMkLst>
            <pc:docMk/>
            <pc:sldMk cId="800913457" sldId="256"/>
            <ac:picMk id="9" creationId="{6B65B77D-DEC2-2249-B459-6325633C6EE1}"/>
          </ac:picMkLst>
        </pc:picChg>
        <pc:picChg chg="del">
          <ac:chgData name="Maite" userId="e39ee39b-8feb-4631-9f68-d509c9a9f4c6" providerId="ADAL" clId="{1863AED9-D848-254C-94D4-AAB0421F2CB1}" dt="2026-02-26T13:45:48.521" v="1560" actId="478"/>
          <ac:picMkLst>
            <pc:docMk/>
            <pc:sldMk cId="800913457" sldId="256"/>
            <ac:picMk id="12" creationId="{186F85B8-CDF7-364E-B53F-7E0AA455358B}"/>
          </ac:picMkLst>
        </pc:picChg>
        <pc:picChg chg="add mod">
          <ac:chgData name="Maite" userId="e39ee39b-8feb-4631-9f68-d509c9a9f4c6" providerId="ADAL" clId="{1863AED9-D848-254C-94D4-AAB0421F2CB1}" dt="2026-02-26T15:45:59.300" v="2378" actId="167"/>
          <ac:picMkLst>
            <pc:docMk/>
            <pc:sldMk cId="800913457" sldId="256"/>
            <ac:picMk id="17" creationId="{3493FEE5-4870-BE47-9754-6E18BB9CF665}"/>
          </ac:picMkLst>
        </pc:picChg>
      </pc:sldChg>
      <pc:sldChg chg="addSp delSp modSp mod modClrScheme chgLayout">
        <pc:chgData name="Maite" userId="e39ee39b-8feb-4631-9f68-d509c9a9f4c6" providerId="ADAL" clId="{1863AED9-D848-254C-94D4-AAB0421F2CB1}" dt="2026-02-26T15:54:34.457" v="2433" actId="1076"/>
        <pc:sldMkLst>
          <pc:docMk/>
          <pc:sldMk cId="2006890645" sldId="257"/>
        </pc:sldMkLst>
        <pc:spChg chg="mod">
          <ac:chgData name="Maite" userId="e39ee39b-8feb-4631-9f68-d509c9a9f4c6" providerId="ADAL" clId="{1863AED9-D848-254C-94D4-AAB0421F2CB1}" dt="2026-02-26T15:54:34.457" v="2433" actId="1076"/>
          <ac:spMkLst>
            <pc:docMk/>
            <pc:sldMk cId="2006890645" sldId="257"/>
            <ac:spMk id="2" creationId="{70AC8B80-2FA6-0EFB-03B8-45D522513162}"/>
          </ac:spMkLst>
        </pc:spChg>
        <pc:spChg chg="mod">
          <ac:chgData name="Maite" userId="e39ee39b-8feb-4631-9f68-d509c9a9f4c6" providerId="ADAL" clId="{1863AED9-D848-254C-94D4-AAB0421F2CB1}" dt="2026-02-26T14:08:12.760" v="2116" actId="1035"/>
          <ac:spMkLst>
            <pc:docMk/>
            <pc:sldMk cId="2006890645" sldId="257"/>
            <ac:spMk id="3" creationId="{774207D7-0887-9E41-83A9-E3CE80D740FD}"/>
          </ac:spMkLst>
        </pc:spChg>
        <pc:spChg chg="mod">
          <ac:chgData name="Maite" userId="e39ee39b-8feb-4631-9f68-d509c9a9f4c6" providerId="ADAL" clId="{1863AED9-D848-254C-94D4-AAB0421F2CB1}" dt="2026-02-26T15:54:34.457" v="2433" actId="1076"/>
          <ac:spMkLst>
            <pc:docMk/>
            <pc:sldMk cId="2006890645" sldId="257"/>
            <ac:spMk id="4" creationId="{EAE3194D-BA72-7946-B686-0B4FF8284B2D}"/>
          </ac:spMkLst>
        </pc:spChg>
        <pc:spChg chg="mod">
          <ac:chgData name="Maite" userId="e39ee39b-8feb-4631-9f68-d509c9a9f4c6" providerId="ADAL" clId="{1863AED9-D848-254C-94D4-AAB0421F2CB1}" dt="2026-02-26T15:54:34.457" v="2433" actId="1076"/>
          <ac:spMkLst>
            <pc:docMk/>
            <pc:sldMk cId="2006890645" sldId="257"/>
            <ac:spMk id="5" creationId="{A209F9F7-B8EE-9C46-95BA-913323E8363B}"/>
          </ac:spMkLst>
        </pc:spChg>
        <pc:spChg chg="mod">
          <ac:chgData name="Maite" userId="e39ee39b-8feb-4631-9f68-d509c9a9f4c6" providerId="ADAL" clId="{1863AED9-D848-254C-94D4-AAB0421F2CB1}" dt="2026-02-26T15:54:34.457" v="2433" actId="1076"/>
          <ac:spMkLst>
            <pc:docMk/>
            <pc:sldMk cId="2006890645" sldId="257"/>
            <ac:spMk id="6" creationId="{1D00B25A-E893-D340-9FC2-AFDE28AAAA50}"/>
          </ac:spMkLst>
        </pc:spChg>
        <pc:spChg chg="add del mod">
          <ac:chgData name="Maite" userId="e39ee39b-8feb-4631-9f68-d509c9a9f4c6" providerId="ADAL" clId="{1863AED9-D848-254C-94D4-AAB0421F2CB1}" dt="2026-02-26T15:30:18.835" v="2200" actId="478"/>
          <ac:spMkLst>
            <pc:docMk/>
            <pc:sldMk cId="2006890645" sldId="257"/>
            <ac:spMk id="8" creationId="{A0F5F137-EB16-784C-B744-7FEB4B2AF6E4}"/>
          </ac:spMkLst>
        </pc:spChg>
        <pc:spChg chg="add mod">
          <ac:chgData name="Maite" userId="e39ee39b-8feb-4631-9f68-d509c9a9f4c6" providerId="ADAL" clId="{1863AED9-D848-254C-94D4-AAB0421F2CB1}" dt="2026-02-26T15:54:34.457" v="2433" actId="1076"/>
          <ac:spMkLst>
            <pc:docMk/>
            <pc:sldMk cId="2006890645" sldId="257"/>
            <ac:spMk id="16" creationId="{620F1599-A92D-D945-B7C4-7CB814A1E037}"/>
          </ac:spMkLst>
        </pc:spChg>
        <pc:spChg chg="add mod">
          <ac:chgData name="Maite" userId="e39ee39b-8feb-4631-9f68-d509c9a9f4c6" providerId="ADAL" clId="{1863AED9-D848-254C-94D4-AAB0421F2CB1}" dt="2026-02-26T15:54:34.457" v="2433" actId="1076"/>
          <ac:spMkLst>
            <pc:docMk/>
            <pc:sldMk cId="2006890645" sldId="257"/>
            <ac:spMk id="17" creationId="{6EE9C1C4-1E88-DF4E-A65B-0218C95B4041}"/>
          </ac:spMkLst>
        </pc:spChg>
        <pc:spChg chg="add mod">
          <ac:chgData name="Maite" userId="e39ee39b-8feb-4631-9f68-d509c9a9f4c6" providerId="ADAL" clId="{1863AED9-D848-254C-94D4-AAB0421F2CB1}" dt="2026-02-26T15:54:34.457" v="2433" actId="1076"/>
          <ac:spMkLst>
            <pc:docMk/>
            <pc:sldMk cId="2006890645" sldId="257"/>
            <ac:spMk id="18" creationId="{6E2A3A38-001C-B04E-8512-7DD2433DC171}"/>
          </ac:spMkLst>
        </pc:spChg>
        <pc:spChg chg="add mod">
          <ac:chgData name="Maite" userId="e39ee39b-8feb-4631-9f68-d509c9a9f4c6" providerId="ADAL" clId="{1863AED9-D848-254C-94D4-AAB0421F2CB1}" dt="2026-02-26T15:54:34.457" v="2433" actId="1076"/>
          <ac:spMkLst>
            <pc:docMk/>
            <pc:sldMk cId="2006890645" sldId="257"/>
            <ac:spMk id="19" creationId="{377ADEF3-D508-7944-8B71-F8B0C8E68F62}"/>
          </ac:spMkLst>
        </pc:spChg>
        <pc:grpChg chg="del">
          <ac:chgData name="Maite" userId="e39ee39b-8feb-4631-9f68-d509c9a9f4c6" providerId="ADAL" clId="{1863AED9-D848-254C-94D4-AAB0421F2CB1}" dt="2026-02-26T14:08:02.217" v="2113" actId="478"/>
          <ac:grpSpMkLst>
            <pc:docMk/>
            <pc:sldMk cId="2006890645" sldId="257"/>
            <ac:grpSpMk id="7" creationId="{CBD29D62-E286-6F4A-BF4D-62570B048C6F}"/>
          </ac:grpSpMkLst>
        </pc:grpChg>
        <pc:grpChg chg="add mod">
          <ac:chgData name="Maite" userId="e39ee39b-8feb-4631-9f68-d509c9a9f4c6" providerId="ADAL" clId="{1863AED9-D848-254C-94D4-AAB0421F2CB1}" dt="2026-02-26T15:54:25.512" v="2430" actId="1076"/>
          <ac:grpSpMkLst>
            <pc:docMk/>
            <pc:sldMk cId="2006890645" sldId="257"/>
            <ac:grpSpMk id="14" creationId="{7F8E69BE-D07F-3A4F-8882-5E887A5543CA}"/>
          </ac:grpSpMkLst>
        </pc:grpChg>
        <pc:picChg chg="del">
          <ac:chgData name="Maite" userId="e39ee39b-8feb-4631-9f68-d509c9a9f4c6" providerId="ADAL" clId="{1863AED9-D848-254C-94D4-AAB0421F2CB1}" dt="2026-02-26T14:07:58.330" v="2112" actId="478"/>
          <ac:picMkLst>
            <pc:docMk/>
            <pc:sldMk cId="2006890645" sldId="257"/>
            <ac:picMk id="12" creationId="{A1FBFF0A-859F-2F4F-A0B7-76076DB9F1F9}"/>
          </ac:picMkLst>
        </pc:picChg>
        <pc:picChg chg="add mod">
          <ac:chgData name="Maite" userId="e39ee39b-8feb-4631-9f68-d509c9a9f4c6" providerId="ADAL" clId="{1863AED9-D848-254C-94D4-AAB0421F2CB1}" dt="2026-02-26T15:54:27.062" v="2432" actId="1076"/>
          <ac:picMkLst>
            <pc:docMk/>
            <pc:sldMk cId="2006890645" sldId="257"/>
            <ac:picMk id="21" creationId="{B6F25006-079D-9F4E-A6E4-46DFA4DA8BFB}"/>
          </ac:picMkLst>
        </pc:picChg>
        <pc:cxnChg chg="add mod">
          <ac:chgData name="Maite" userId="e39ee39b-8feb-4631-9f68-d509c9a9f4c6" providerId="ADAL" clId="{1863AED9-D848-254C-94D4-AAB0421F2CB1}" dt="2026-02-26T15:54:34.457" v="2433" actId="1076"/>
          <ac:cxnSpMkLst>
            <pc:docMk/>
            <pc:sldMk cId="2006890645" sldId="257"/>
            <ac:cxnSpMk id="13" creationId="{C6E963DA-3627-4643-9A0D-E3DB198EB4F1}"/>
          </ac:cxnSpMkLst>
        </pc:cxnChg>
      </pc:sldChg>
      <pc:sldChg chg="del">
        <pc:chgData name="Maite" userId="e39ee39b-8feb-4631-9f68-d509c9a9f4c6" providerId="ADAL" clId="{1863AED9-D848-254C-94D4-AAB0421F2CB1}" dt="2026-02-26T12:02:41.543" v="40" actId="2696"/>
        <pc:sldMkLst>
          <pc:docMk/>
          <pc:sldMk cId="1206379275" sldId="258"/>
        </pc:sldMkLst>
      </pc:sldChg>
      <pc:sldChg chg="addSp delSp modSp del">
        <pc:chgData name="Maite" userId="e39ee39b-8feb-4631-9f68-d509c9a9f4c6" providerId="ADAL" clId="{1863AED9-D848-254C-94D4-AAB0421F2CB1}" dt="2026-02-26T13:18:58.350" v="1103" actId="2696"/>
        <pc:sldMkLst>
          <pc:docMk/>
          <pc:sldMk cId="1725812107" sldId="259"/>
        </pc:sldMkLst>
        <pc:spChg chg="del">
          <ac:chgData name="Maite" userId="e39ee39b-8feb-4631-9f68-d509c9a9f4c6" providerId="ADAL" clId="{1863AED9-D848-254C-94D4-AAB0421F2CB1}" dt="2026-02-26T12:40:37.176" v="489" actId="478"/>
          <ac:spMkLst>
            <pc:docMk/>
            <pc:sldMk cId="1725812107" sldId="259"/>
            <ac:spMk id="2" creationId="{E1AAF08B-AB44-6547-891C-337A413BF743}"/>
          </ac:spMkLst>
        </pc:spChg>
        <pc:spChg chg="mod">
          <ac:chgData name="Maite" userId="e39ee39b-8feb-4631-9f68-d509c9a9f4c6" providerId="ADAL" clId="{1863AED9-D848-254C-94D4-AAB0421F2CB1}" dt="2026-02-26T12:44:09.801" v="522" actId="1036"/>
          <ac:spMkLst>
            <pc:docMk/>
            <pc:sldMk cId="1725812107" sldId="259"/>
            <ac:spMk id="3" creationId="{8DD2AECB-45C2-0640-A3FA-D58E7388DAD4}"/>
          </ac:spMkLst>
        </pc:spChg>
        <pc:spChg chg="mod">
          <ac:chgData name="Maite" userId="e39ee39b-8feb-4631-9f68-d509c9a9f4c6" providerId="ADAL" clId="{1863AED9-D848-254C-94D4-AAB0421F2CB1}" dt="2026-02-26T12:41:25.374" v="499" actId="948"/>
          <ac:spMkLst>
            <pc:docMk/>
            <pc:sldMk cId="1725812107" sldId="259"/>
            <ac:spMk id="4" creationId="{BE7A3C2B-B0B1-674A-B1BF-9B29A541B802}"/>
          </ac:spMkLst>
        </pc:spChg>
        <pc:spChg chg="del mod">
          <ac:chgData name="Maite" userId="e39ee39b-8feb-4631-9f68-d509c9a9f4c6" providerId="ADAL" clId="{1863AED9-D848-254C-94D4-AAB0421F2CB1}" dt="2026-02-26T12:40:49.408" v="493" actId="478"/>
          <ac:spMkLst>
            <pc:docMk/>
            <pc:sldMk cId="1725812107" sldId="259"/>
            <ac:spMk id="5" creationId="{4542C7C5-2210-1A41-9098-AAEB1E779BF3}"/>
          </ac:spMkLst>
        </pc:spChg>
        <pc:spChg chg="add">
          <ac:chgData name="Maite" userId="e39ee39b-8feb-4631-9f68-d509c9a9f4c6" providerId="ADAL" clId="{1863AED9-D848-254C-94D4-AAB0421F2CB1}" dt="2026-02-26T12:40:40.569" v="491"/>
          <ac:spMkLst>
            <pc:docMk/>
            <pc:sldMk cId="1725812107" sldId="259"/>
            <ac:spMk id="7" creationId="{BF753A48-E5F1-AC44-BCE2-C3C3F9E67132}"/>
          </ac:spMkLst>
        </pc:spChg>
        <pc:spChg chg="add">
          <ac:chgData name="Maite" userId="e39ee39b-8feb-4631-9f68-d509c9a9f4c6" providerId="ADAL" clId="{1863AED9-D848-254C-94D4-AAB0421F2CB1}" dt="2026-02-26T12:40:40.569" v="491"/>
          <ac:spMkLst>
            <pc:docMk/>
            <pc:sldMk cId="1725812107" sldId="259"/>
            <ac:spMk id="8" creationId="{FCBD3AE7-861E-9649-AA09-BB204DB9C1A2}"/>
          </ac:spMkLst>
        </pc:spChg>
        <pc:spChg chg="add">
          <ac:chgData name="Maite" userId="e39ee39b-8feb-4631-9f68-d509c9a9f4c6" providerId="ADAL" clId="{1863AED9-D848-254C-94D4-AAB0421F2CB1}" dt="2026-02-26T12:40:46.599" v="492"/>
          <ac:spMkLst>
            <pc:docMk/>
            <pc:sldMk cId="1725812107" sldId="259"/>
            <ac:spMk id="11" creationId="{23D9E063-5C9C-754D-A65E-403C17621F85}"/>
          </ac:spMkLst>
        </pc:spChg>
        <pc:graphicFrameChg chg="mod">
          <ac:chgData name="Maite" userId="e39ee39b-8feb-4631-9f68-d509c9a9f4c6" providerId="ADAL" clId="{1863AED9-D848-254C-94D4-AAB0421F2CB1}" dt="2026-02-26T12:42:08.143" v="503" actId="14100"/>
          <ac:graphicFrameMkLst>
            <pc:docMk/>
            <pc:sldMk cId="1725812107" sldId="259"/>
            <ac:graphicFrameMk id="10" creationId="{F74133B5-2272-C949-8236-34938F6BE29C}"/>
          </ac:graphicFrameMkLst>
        </pc:graphicFrameChg>
        <pc:cxnChg chg="add">
          <ac:chgData name="Maite" userId="e39ee39b-8feb-4631-9f68-d509c9a9f4c6" providerId="ADAL" clId="{1863AED9-D848-254C-94D4-AAB0421F2CB1}" dt="2026-02-26T12:40:40.569" v="491"/>
          <ac:cxnSpMkLst>
            <pc:docMk/>
            <pc:sldMk cId="1725812107" sldId="259"/>
            <ac:cxnSpMk id="9" creationId="{44C1E210-50F3-A749-8F93-659D1E4D66C2}"/>
          </ac:cxnSpMkLst>
        </pc:cxnChg>
      </pc:sldChg>
      <pc:sldChg chg="addSp delSp modSp mod modClrScheme chgLayout">
        <pc:chgData name="Maite" userId="e39ee39b-8feb-4631-9f68-d509c9a9f4c6" providerId="ADAL" clId="{1863AED9-D848-254C-94D4-AAB0421F2CB1}" dt="2026-02-26T15:42:11.058" v="2335"/>
        <pc:sldMkLst>
          <pc:docMk/>
          <pc:sldMk cId="687214313" sldId="261"/>
        </pc:sldMkLst>
        <pc:spChg chg="del mod">
          <ac:chgData name="Maite" userId="e39ee39b-8feb-4631-9f68-d509c9a9f4c6" providerId="ADAL" clId="{1863AED9-D848-254C-94D4-AAB0421F2CB1}" dt="2026-02-26T12:33:43.428" v="424" actId="478"/>
          <ac:spMkLst>
            <pc:docMk/>
            <pc:sldMk cId="687214313" sldId="261"/>
            <ac:spMk id="2" creationId="{E1AAF08B-AB44-6547-891C-337A413BF743}"/>
          </ac:spMkLst>
        </pc:spChg>
        <pc:spChg chg="add del mod">
          <ac:chgData name="Maite" userId="e39ee39b-8feb-4631-9f68-d509c9a9f4c6" providerId="ADAL" clId="{1863AED9-D848-254C-94D4-AAB0421F2CB1}" dt="2026-02-26T13:10:45.182" v="965" actId="478"/>
          <ac:spMkLst>
            <pc:docMk/>
            <pc:sldMk cId="687214313" sldId="261"/>
            <ac:spMk id="3" creationId="{9EE6487D-DA9B-514C-9F67-CB8D585460FC}"/>
          </ac:spMkLst>
        </pc:spChg>
        <pc:spChg chg="del mod">
          <ac:chgData name="Maite" userId="e39ee39b-8feb-4631-9f68-d509c9a9f4c6" providerId="ADAL" clId="{1863AED9-D848-254C-94D4-AAB0421F2CB1}" dt="2026-02-26T12:33:59.041" v="428" actId="478"/>
          <ac:spMkLst>
            <pc:docMk/>
            <pc:sldMk cId="687214313" sldId="261"/>
            <ac:spMk id="5" creationId="{4542C7C5-2210-1A41-9098-AAEB1E779BF3}"/>
          </ac:spMkLst>
        </pc:spChg>
        <pc:spChg chg="add del mod">
          <ac:chgData name="Maite" userId="e39ee39b-8feb-4631-9f68-d509c9a9f4c6" providerId="ADAL" clId="{1863AED9-D848-254C-94D4-AAB0421F2CB1}" dt="2026-02-26T12:33:40.432" v="422" actId="478"/>
          <ac:spMkLst>
            <pc:docMk/>
            <pc:sldMk cId="687214313" sldId="261"/>
            <ac:spMk id="6" creationId="{D1C2E9B4-E715-3345-B8B6-42E144A7BC1A}"/>
          </ac:spMkLst>
        </pc:spChg>
        <pc:spChg chg="add del mod">
          <ac:chgData name="Maite" userId="e39ee39b-8feb-4631-9f68-d509c9a9f4c6" providerId="ADAL" clId="{1863AED9-D848-254C-94D4-AAB0421F2CB1}" dt="2026-02-26T13:13:54.074" v="1009" actId="478"/>
          <ac:spMkLst>
            <pc:docMk/>
            <pc:sldMk cId="687214313" sldId="261"/>
            <ac:spMk id="7" creationId="{202A3FF0-A168-5440-BB66-9445EF7A81AC}"/>
          </ac:spMkLst>
        </pc:spChg>
        <pc:spChg chg="add del mod">
          <ac:chgData name="Maite" userId="e39ee39b-8feb-4631-9f68-d509c9a9f4c6" providerId="ADAL" clId="{1863AED9-D848-254C-94D4-AAB0421F2CB1}" dt="2026-02-26T13:15:04.654" v="1042" actId="478"/>
          <ac:spMkLst>
            <pc:docMk/>
            <pc:sldMk cId="687214313" sldId="261"/>
            <ac:spMk id="8" creationId="{BF91F176-844B-674D-A6B6-813F824586C5}"/>
          </ac:spMkLst>
        </pc:spChg>
        <pc:spChg chg="add mod">
          <ac:chgData name="Maite" userId="e39ee39b-8feb-4631-9f68-d509c9a9f4c6" providerId="ADAL" clId="{1863AED9-D848-254C-94D4-AAB0421F2CB1}" dt="2026-02-26T13:52:16.494" v="1678" actId="20577"/>
          <ac:spMkLst>
            <pc:docMk/>
            <pc:sldMk cId="687214313" sldId="261"/>
            <ac:spMk id="10" creationId="{B9CFB1B3-EEBF-7A4A-95DC-933AEFC8FA3F}"/>
          </ac:spMkLst>
        </pc:spChg>
        <pc:spChg chg="add del mod">
          <ac:chgData name="Maite" userId="e39ee39b-8feb-4631-9f68-d509c9a9f4c6" providerId="ADAL" clId="{1863AED9-D848-254C-94D4-AAB0421F2CB1}" dt="2026-02-26T13:09:50.354" v="946" actId="478"/>
          <ac:spMkLst>
            <pc:docMk/>
            <pc:sldMk cId="687214313" sldId="261"/>
            <ac:spMk id="11" creationId="{828129E6-50DA-9F4D-B569-36AB4D6F21ED}"/>
          </ac:spMkLst>
        </pc:spChg>
        <pc:spChg chg="mod">
          <ac:chgData name="Maite" userId="e39ee39b-8feb-4631-9f68-d509c9a9f4c6" providerId="ADAL" clId="{1863AED9-D848-254C-94D4-AAB0421F2CB1}" dt="2026-02-26T14:07:14.904" v="2110" actId="1035"/>
          <ac:spMkLst>
            <pc:docMk/>
            <pc:sldMk cId="687214313" sldId="261"/>
            <ac:spMk id="12" creationId="{51C9942B-0A87-DD42-BC8A-4FE73ECEC448}"/>
          </ac:spMkLst>
        </pc:spChg>
        <pc:spChg chg="add mod">
          <ac:chgData name="Maite" userId="e39ee39b-8feb-4631-9f68-d509c9a9f4c6" providerId="ADAL" clId="{1863AED9-D848-254C-94D4-AAB0421F2CB1}" dt="2026-02-26T13:15:23.665" v="1050" actId="1035"/>
          <ac:spMkLst>
            <pc:docMk/>
            <pc:sldMk cId="687214313" sldId="261"/>
            <ac:spMk id="13" creationId="{B7F32BBA-4526-CC4C-B41D-7DD33EB0F698}"/>
          </ac:spMkLst>
        </pc:spChg>
        <pc:spChg chg="add del mod">
          <ac:chgData name="Maite" userId="e39ee39b-8feb-4631-9f68-d509c9a9f4c6" providerId="ADAL" clId="{1863AED9-D848-254C-94D4-AAB0421F2CB1}" dt="2026-02-26T13:14:57.469" v="1041" actId="478"/>
          <ac:spMkLst>
            <pc:docMk/>
            <pc:sldMk cId="687214313" sldId="261"/>
            <ac:spMk id="16" creationId="{AB8FB180-42E0-B449-9285-49BE9468A10F}"/>
          </ac:spMkLst>
        </pc:spChg>
        <pc:spChg chg="add del mod">
          <ac:chgData name="Maite" userId="e39ee39b-8feb-4631-9f68-d509c9a9f4c6" providerId="ADAL" clId="{1863AED9-D848-254C-94D4-AAB0421F2CB1}" dt="2026-02-26T13:15:50.302" v="1056" actId="478"/>
          <ac:spMkLst>
            <pc:docMk/>
            <pc:sldMk cId="687214313" sldId="261"/>
            <ac:spMk id="17" creationId="{ED9AF996-0C3A-4542-AAE1-8231AD99F31A}"/>
          </ac:spMkLst>
        </pc:spChg>
        <pc:graphicFrameChg chg="mod">
          <ac:chgData name="Maite" userId="e39ee39b-8feb-4631-9f68-d509c9a9f4c6" providerId="ADAL" clId="{1863AED9-D848-254C-94D4-AAB0421F2CB1}" dt="2026-02-26T15:34:48.282" v="2241" actId="207"/>
          <ac:graphicFrameMkLst>
            <pc:docMk/>
            <pc:sldMk cId="687214313" sldId="261"/>
            <ac:graphicFrameMk id="14" creationId="{E4DD25C5-9885-1642-9115-ECDE11E0F937}"/>
          </ac:graphicFrameMkLst>
        </pc:graphicFrameChg>
        <pc:picChg chg="add del mod">
          <ac:chgData name="Maite" userId="e39ee39b-8feb-4631-9f68-d509c9a9f4c6" providerId="ADAL" clId="{1863AED9-D848-254C-94D4-AAB0421F2CB1}" dt="2026-02-26T15:42:11.058" v="2335"/>
          <ac:picMkLst>
            <pc:docMk/>
            <pc:sldMk cId="687214313" sldId="261"/>
            <ac:picMk id="4" creationId="{87815FB8-5F52-564A-9D53-7746A1FD6053}"/>
          </ac:picMkLst>
        </pc:picChg>
        <pc:cxnChg chg="add del mod">
          <ac:chgData name="Maite" userId="e39ee39b-8feb-4631-9f68-d509c9a9f4c6" providerId="ADAL" clId="{1863AED9-D848-254C-94D4-AAB0421F2CB1}" dt="2026-02-26T13:13:54.074" v="1009" actId="478"/>
          <ac:cxnSpMkLst>
            <pc:docMk/>
            <pc:sldMk cId="687214313" sldId="261"/>
            <ac:cxnSpMk id="9" creationId="{6C6377EB-EDCF-7D4A-8BE7-83B49A09AEEA}"/>
          </ac:cxnSpMkLst>
        </pc:cxnChg>
        <pc:cxnChg chg="add">
          <ac:chgData name="Maite" userId="e39ee39b-8feb-4631-9f68-d509c9a9f4c6" providerId="ADAL" clId="{1863AED9-D848-254C-94D4-AAB0421F2CB1}" dt="2026-02-26T13:13:54.604" v="1010"/>
          <ac:cxnSpMkLst>
            <pc:docMk/>
            <pc:sldMk cId="687214313" sldId="261"/>
            <ac:cxnSpMk id="15" creationId="{789F6CE8-74DC-7C4F-89DC-B0CE5239A684}"/>
          </ac:cxnSpMkLst>
        </pc:cxnChg>
      </pc:sldChg>
      <pc:sldChg chg="addSp delSp modSp del">
        <pc:chgData name="Maite" userId="e39ee39b-8feb-4631-9f68-d509c9a9f4c6" providerId="ADAL" clId="{1863AED9-D848-254C-94D4-AAB0421F2CB1}" dt="2026-02-26T13:21:28.424" v="1135" actId="2696"/>
        <pc:sldMkLst>
          <pc:docMk/>
          <pc:sldMk cId="1781501538" sldId="264"/>
        </pc:sldMkLst>
        <pc:spChg chg="del mod">
          <ac:chgData name="Maite" userId="e39ee39b-8feb-4631-9f68-d509c9a9f4c6" providerId="ADAL" clId="{1863AED9-D848-254C-94D4-AAB0421F2CB1}" dt="2026-02-26T12:47:34.550" v="543" actId="478"/>
          <ac:spMkLst>
            <pc:docMk/>
            <pc:sldMk cId="1781501538" sldId="264"/>
            <ac:spMk id="2" creationId="{E1AAF08B-AB44-6547-891C-337A413BF743}"/>
          </ac:spMkLst>
        </pc:spChg>
        <pc:spChg chg="del mod">
          <ac:chgData name="Maite" userId="e39ee39b-8feb-4631-9f68-d509c9a9f4c6" providerId="ADAL" clId="{1863AED9-D848-254C-94D4-AAB0421F2CB1}" dt="2026-02-26T12:47:51.757" v="547" actId="478"/>
          <ac:spMkLst>
            <pc:docMk/>
            <pc:sldMk cId="1781501538" sldId="264"/>
            <ac:spMk id="5" creationId="{4542C7C5-2210-1A41-9098-AAEB1E779BF3}"/>
          </ac:spMkLst>
        </pc:spChg>
        <pc:spChg chg="add">
          <ac:chgData name="Maite" userId="e39ee39b-8feb-4631-9f68-d509c9a9f4c6" providerId="ADAL" clId="{1863AED9-D848-254C-94D4-AAB0421F2CB1}" dt="2026-02-26T12:47:32.085" v="542"/>
          <ac:spMkLst>
            <pc:docMk/>
            <pc:sldMk cId="1781501538" sldId="264"/>
            <ac:spMk id="6" creationId="{481C12ED-86FD-B04B-A75E-2902749888BF}"/>
          </ac:spMkLst>
        </pc:spChg>
        <pc:spChg chg="add">
          <ac:chgData name="Maite" userId="e39ee39b-8feb-4631-9f68-d509c9a9f4c6" providerId="ADAL" clId="{1863AED9-D848-254C-94D4-AAB0421F2CB1}" dt="2026-02-26T12:47:32.085" v="542"/>
          <ac:spMkLst>
            <pc:docMk/>
            <pc:sldMk cId="1781501538" sldId="264"/>
            <ac:spMk id="7" creationId="{80243A8C-C77C-B046-A2E8-E266A93F59CB}"/>
          </ac:spMkLst>
        </pc:spChg>
        <pc:spChg chg="add mod">
          <ac:chgData name="Maite" userId="e39ee39b-8feb-4631-9f68-d509c9a9f4c6" providerId="ADAL" clId="{1863AED9-D848-254C-94D4-AAB0421F2CB1}" dt="2026-02-26T12:48:40.884" v="557" actId="14100"/>
          <ac:spMkLst>
            <pc:docMk/>
            <pc:sldMk cId="1781501538" sldId="264"/>
            <ac:spMk id="9" creationId="{5225AC9E-F108-B44D-B1D8-85C13906A50C}"/>
          </ac:spMkLst>
        </pc:spChg>
        <pc:spChg chg="add mod">
          <ac:chgData name="Maite" userId="e39ee39b-8feb-4631-9f68-d509c9a9f4c6" providerId="ADAL" clId="{1863AED9-D848-254C-94D4-AAB0421F2CB1}" dt="2026-02-26T12:49:30.715" v="573" actId="14100"/>
          <ac:spMkLst>
            <pc:docMk/>
            <pc:sldMk cId="1781501538" sldId="264"/>
            <ac:spMk id="10" creationId="{062E1AD2-4B6C-024C-9DA3-80A8E46EA3E9}"/>
          </ac:spMkLst>
        </pc:spChg>
        <pc:spChg chg="del mod">
          <ac:chgData name="Maite" userId="e39ee39b-8feb-4631-9f68-d509c9a9f4c6" providerId="ADAL" clId="{1863AED9-D848-254C-94D4-AAB0421F2CB1}" dt="2026-02-26T12:48:34.213" v="556" actId="478"/>
          <ac:spMkLst>
            <pc:docMk/>
            <pc:sldMk cId="1781501538" sldId="264"/>
            <ac:spMk id="12" creationId="{51C9942B-0A87-DD42-BC8A-4FE73ECEC448}"/>
          </ac:spMkLst>
        </pc:spChg>
        <pc:graphicFrameChg chg="mod">
          <ac:chgData name="Maite" userId="e39ee39b-8feb-4631-9f68-d509c9a9f4c6" providerId="ADAL" clId="{1863AED9-D848-254C-94D4-AAB0421F2CB1}" dt="2026-02-26T12:51:55.837" v="594"/>
          <ac:graphicFrameMkLst>
            <pc:docMk/>
            <pc:sldMk cId="1781501538" sldId="264"/>
            <ac:graphicFrameMk id="14" creationId="{E4DD25C5-9885-1642-9115-ECDE11E0F937}"/>
          </ac:graphicFrameMkLst>
        </pc:graphicFrameChg>
        <pc:cxnChg chg="add">
          <ac:chgData name="Maite" userId="e39ee39b-8feb-4631-9f68-d509c9a9f4c6" providerId="ADAL" clId="{1863AED9-D848-254C-94D4-AAB0421F2CB1}" dt="2026-02-26T12:47:32.085" v="542"/>
          <ac:cxnSpMkLst>
            <pc:docMk/>
            <pc:sldMk cId="1781501538" sldId="264"/>
            <ac:cxnSpMk id="8" creationId="{13E33A10-9F21-894E-B3D2-231394B2B127}"/>
          </ac:cxnSpMkLst>
        </pc:cxnChg>
      </pc:sldChg>
      <pc:sldChg chg="addSp delSp modSp del">
        <pc:chgData name="Maite" userId="e39ee39b-8feb-4631-9f68-d509c9a9f4c6" providerId="ADAL" clId="{1863AED9-D848-254C-94D4-AAB0421F2CB1}" dt="2026-02-26T13:22:33.439" v="1148" actId="2696"/>
        <pc:sldMkLst>
          <pc:docMk/>
          <pc:sldMk cId="1256230658" sldId="265"/>
        </pc:sldMkLst>
        <pc:spChg chg="del">
          <ac:chgData name="Maite" userId="e39ee39b-8feb-4631-9f68-d509c9a9f4c6" providerId="ADAL" clId="{1863AED9-D848-254C-94D4-AAB0421F2CB1}" dt="2026-02-26T12:50:05.404" v="574" actId="478"/>
          <ac:spMkLst>
            <pc:docMk/>
            <pc:sldMk cId="1256230658" sldId="265"/>
            <ac:spMk id="2" creationId="{E1AAF08B-AB44-6547-891C-337A413BF743}"/>
          </ac:spMkLst>
        </pc:spChg>
        <pc:spChg chg="del mod">
          <ac:chgData name="Maite" userId="e39ee39b-8feb-4631-9f68-d509c9a9f4c6" providerId="ADAL" clId="{1863AED9-D848-254C-94D4-AAB0421F2CB1}" dt="2026-02-26T12:50:33.644" v="584" actId="478"/>
          <ac:spMkLst>
            <pc:docMk/>
            <pc:sldMk cId="1256230658" sldId="265"/>
            <ac:spMk id="5" creationId="{4542C7C5-2210-1A41-9098-AAEB1E779BF3}"/>
          </ac:spMkLst>
        </pc:spChg>
        <pc:spChg chg="add">
          <ac:chgData name="Maite" userId="e39ee39b-8feb-4631-9f68-d509c9a9f4c6" providerId="ADAL" clId="{1863AED9-D848-254C-94D4-AAB0421F2CB1}" dt="2026-02-26T12:50:08.054" v="576"/>
          <ac:spMkLst>
            <pc:docMk/>
            <pc:sldMk cId="1256230658" sldId="265"/>
            <ac:spMk id="6" creationId="{8907D974-8FA1-EC4C-976C-A89DE9460D0A}"/>
          </ac:spMkLst>
        </pc:spChg>
        <pc:spChg chg="add">
          <ac:chgData name="Maite" userId="e39ee39b-8feb-4631-9f68-d509c9a9f4c6" providerId="ADAL" clId="{1863AED9-D848-254C-94D4-AAB0421F2CB1}" dt="2026-02-26T12:50:08.054" v="576"/>
          <ac:spMkLst>
            <pc:docMk/>
            <pc:sldMk cId="1256230658" sldId="265"/>
            <ac:spMk id="7" creationId="{517CB25E-AD79-FC4D-A0CB-9CDCD39BD3CF}"/>
          </ac:spMkLst>
        </pc:spChg>
        <pc:spChg chg="add">
          <ac:chgData name="Maite" userId="e39ee39b-8feb-4631-9f68-d509c9a9f4c6" providerId="ADAL" clId="{1863AED9-D848-254C-94D4-AAB0421F2CB1}" dt="2026-02-26T12:50:13.048" v="577"/>
          <ac:spMkLst>
            <pc:docMk/>
            <pc:sldMk cId="1256230658" sldId="265"/>
            <ac:spMk id="9" creationId="{2C69AE58-1127-3247-8360-C9CF7D5A566C}"/>
          </ac:spMkLst>
        </pc:spChg>
        <pc:spChg chg="add mod">
          <ac:chgData name="Maite" userId="e39ee39b-8feb-4631-9f68-d509c9a9f4c6" providerId="ADAL" clId="{1863AED9-D848-254C-94D4-AAB0421F2CB1}" dt="2026-02-26T12:50:30.368" v="583" actId="948"/>
          <ac:spMkLst>
            <pc:docMk/>
            <pc:sldMk cId="1256230658" sldId="265"/>
            <ac:spMk id="10" creationId="{775F9678-3A08-D248-AAE1-63165B57A4D1}"/>
          </ac:spMkLst>
        </pc:spChg>
        <pc:spChg chg="del mod">
          <ac:chgData name="Maite" userId="e39ee39b-8feb-4631-9f68-d509c9a9f4c6" providerId="ADAL" clId="{1863AED9-D848-254C-94D4-AAB0421F2CB1}" dt="2026-02-26T12:50:24.260" v="581" actId="478"/>
          <ac:spMkLst>
            <pc:docMk/>
            <pc:sldMk cId="1256230658" sldId="265"/>
            <ac:spMk id="12" creationId="{51C9942B-0A87-DD42-BC8A-4FE73ECEC448}"/>
          </ac:spMkLst>
        </pc:spChg>
        <pc:graphicFrameChg chg="mod">
          <ac:chgData name="Maite" userId="e39ee39b-8feb-4631-9f68-d509c9a9f4c6" providerId="ADAL" clId="{1863AED9-D848-254C-94D4-AAB0421F2CB1}" dt="2026-02-26T12:52:00.428" v="595"/>
          <ac:graphicFrameMkLst>
            <pc:docMk/>
            <pc:sldMk cId="1256230658" sldId="265"/>
            <ac:graphicFrameMk id="14" creationId="{E4DD25C5-9885-1642-9115-ECDE11E0F937}"/>
          </ac:graphicFrameMkLst>
        </pc:graphicFrameChg>
        <pc:cxnChg chg="add">
          <ac:chgData name="Maite" userId="e39ee39b-8feb-4631-9f68-d509c9a9f4c6" providerId="ADAL" clId="{1863AED9-D848-254C-94D4-AAB0421F2CB1}" dt="2026-02-26T12:50:08.054" v="576"/>
          <ac:cxnSpMkLst>
            <pc:docMk/>
            <pc:sldMk cId="1256230658" sldId="265"/>
            <ac:cxnSpMk id="8" creationId="{6FDC05E3-ED65-F54A-800F-D4D38061E751}"/>
          </ac:cxnSpMkLst>
        </pc:cxnChg>
      </pc:sldChg>
      <pc:sldChg chg="addSp delSp modSp del">
        <pc:chgData name="Maite" userId="e39ee39b-8feb-4631-9f68-d509c9a9f4c6" providerId="ADAL" clId="{1863AED9-D848-254C-94D4-AAB0421F2CB1}" dt="2026-02-26T13:16:42.111" v="1062" actId="2696"/>
        <pc:sldMkLst>
          <pc:docMk/>
          <pc:sldMk cId="1398941893" sldId="266"/>
        </pc:sldMkLst>
        <pc:spChg chg="del mod">
          <ac:chgData name="Maite" userId="e39ee39b-8feb-4631-9f68-d509c9a9f4c6" providerId="ADAL" clId="{1863AED9-D848-254C-94D4-AAB0421F2CB1}" dt="2026-02-26T12:38:25.667" v="468" actId="478"/>
          <ac:spMkLst>
            <pc:docMk/>
            <pc:sldMk cId="1398941893" sldId="266"/>
            <ac:spMk id="2" creationId="{E1AAF08B-AB44-6547-891C-337A413BF743}"/>
          </ac:spMkLst>
        </pc:spChg>
        <pc:spChg chg="del mod">
          <ac:chgData name="Maite" userId="e39ee39b-8feb-4631-9f68-d509c9a9f4c6" providerId="ADAL" clId="{1863AED9-D848-254C-94D4-AAB0421F2CB1}" dt="2026-02-26T12:38:36.683" v="472" actId="478"/>
          <ac:spMkLst>
            <pc:docMk/>
            <pc:sldMk cId="1398941893" sldId="266"/>
            <ac:spMk id="5" creationId="{4542C7C5-2210-1A41-9098-AAEB1E779BF3}"/>
          </ac:spMkLst>
        </pc:spChg>
        <pc:spChg chg="add mod">
          <ac:chgData name="Maite" userId="e39ee39b-8feb-4631-9f68-d509c9a9f4c6" providerId="ADAL" clId="{1863AED9-D848-254C-94D4-AAB0421F2CB1}" dt="2026-02-26T13:07:54.951" v="932" actId="20577"/>
          <ac:spMkLst>
            <pc:docMk/>
            <pc:sldMk cId="1398941893" sldId="266"/>
            <ac:spMk id="6" creationId="{F0544476-2169-724E-8064-1319E488F3BD}"/>
          </ac:spMkLst>
        </pc:spChg>
        <pc:spChg chg="add mod">
          <ac:chgData name="Maite" userId="e39ee39b-8feb-4631-9f68-d509c9a9f4c6" providerId="ADAL" clId="{1863AED9-D848-254C-94D4-AAB0421F2CB1}" dt="2026-02-26T13:07:39.091" v="892" actId="14100"/>
          <ac:spMkLst>
            <pc:docMk/>
            <pc:sldMk cId="1398941893" sldId="266"/>
            <ac:spMk id="7" creationId="{ABCA923A-C00B-864B-82D8-116E27C5BA4E}"/>
          </ac:spMkLst>
        </pc:spChg>
        <pc:spChg chg="add del">
          <ac:chgData name="Maite" userId="e39ee39b-8feb-4631-9f68-d509c9a9f4c6" providerId="ADAL" clId="{1863AED9-D848-254C-94D4-AAB0421F2CB1}" dt="2026-02-26T13:07:57.694" v="933" actId="478"/>
          <ac:spMkLst>
            <pc:docMk/>
            <pc:sldMk cId="1398941893" sldId="266"/>
            <ac:spMk id="9" creationId="{1D214400-2DB7-334E-82A9-A19E4CC4A2C9}"/>
          </ac:spMkLst>
        </pc:spChg>
        <pc:spChg chg="add mod">
          <ac:chgData name="Maite" userId="e39ee39b-8feb-4631-9f68-d509c9a9f4c6" providerId="ADAL" clId="{1863AED9-D848-254C-94D4-AAB0421F2CB1}" dt="2026-02-26T13:08:18.302" v="937" actId="1076"/>
          <ac:spMkLst>
            <pc:docMk/>
            <pc:sldMk cId="1398941893" sldId="266"/>
            <ac:spMk id="11" creationId="{CB7E9EBA-4DF2-1E4F-A619-CC5D75C25563}"/>
          </ac:spMkLst>
        </pc:spChg>
        <pc:spChg chg="del mod">
          <ac:chgData name="Maite" userId="e39ee39b-8feb-4631-9f68-d509c9a9f4c6" providerId="ADAL" clId="{1863AED9-D848-254C-94D4-AAB0421F2CB1}" dt="2026-02-26T12:38:45.892" v="475" actId="478"/>
          <ac:spMkLst>
            <pc:docMk/>
            <pc:sldMk cId="1398941893" sldId="266"/>
            <ac:spMk id="12" creationId="{51C9942B-0A87-DD42-BC8A-4FE73ECEC448}"/>
          </ac:spMkLst>
        </pc:spChg>
        <pc:graphicFrameChg chg="mod">
          <ac:chgData name="Maite" userId="e39ee39b-8feb-4631-9f68-d509c9a9f4c6" providerId="ADAL" clId="{1863AED9-D848-254C-94D4-AAB0421F2CB1}" dt="2026-02-26T12:40:04.261" v="488" actId="14100"/>
          <ac:graphicFrameMkLst>
            <pc:docMk/>
            <pc:sldMk cId="1398941893" sldId="266"/>
            <ac:graphicFrameMk id="10" creationId="{6F61A61C-7683-E044-968E-0170AB8C4823}"/>
          </ac:graphicFrameMkLst>
        </pc:graphicFrameChg>
        <pc:cxnChg chg="add">
          <ac:chgData name="Maite" userId="e39ee39b-8feb-4631-9f68-d509c9a9f4c6" providerId="ADAL" clId="{1863AED9-D848-254C-94D4-AAB0421F2CB1}" dt="2026-02-26T12:38:23.429" v="467"/>
          <ac:cxnSpMkLst>
            <pc:docMk/>
            <pc:sldMk cId="1398941893" sldId="266"/>
            <ac:cxnSpMk id="8" creationId="{358FFCC6-7304-9E4C-8AFB-4545822FC25B}"/>
          </ac:cxnSpMkLst>
        </pc:cxnChg>
      </pc:sldChg>
      <pc:sldChg chg="addSp delSp modSp del">
        <pc:chgData name="Maite" userId="e39ee39b-8feb-4631-9f68-d509c9a9f4c6" providerId="ADAL" clId="{1863AED9-D848-254C-94D4-AAB0421F2CB1}" dt="2026-02-26T13:17:19.200" v="1074" actId="2696"/>
        <pc:sldMkLst>
          <pc:docMk/>
          <pc:sldMk cId="1424198372" sldId="267"/>
        </pc:sldMkLst>
        <pc:spChg chg="del">
          <ac:chgData name="Maite" userId="e39ee39b-8feb-4631-9f68-d509c9a9f4c6" providerId="ADAL" clId="{1863AED9-D848-254C-94D4-AAB0421F2CB1}" dt="2026-02-26T12:44:23.084" v="525" actId="478"/>
          <ac:spMkLst>
            <pc:docMk/>
            <pc:sldMk cId="1424198372" sldId="267"/>
            <ac:spMk id="2" creationId="{E1AAF08B-AB44-6547-891C-337A413BF743}"/>
          </ac:spMkLst>
        </pc:spChg>
        <pc:spChg chg="del">
          <ac:chgData name="Maite" userId="e39ee39b-8feb-4631-9f68-d509c9a9f4c6" providerId="ADAL" clId="{1863AED9-D848-254C-94D4-AAB0421F2CB1}" dt="2026-02-26T12:44:23.084" v="525" actId="478"/>
          <ac:spMkLst>
            <pc:docMk/>
            <pc:sldMk cId="1424198372" sldId="267"/>
            <ac:spMk id="5" creationId="{4542C7C5-2210-1A41-9098-AAEB1E779BF3}"/>
          </ac:spMkLst>
        </pc:spChg>
        <pc:spChg chg="add del">
          <ac:chgData name="Maite" userId="e39ee39b-8feb-4631-9f68-d509c9a9f4c6" providerId="ADAL" clId="{1863AED9-D848-254C-94D4-AAB0421F2CB1}" dt="2026-02-26T12:44:22.273" v="524"/>
          <ac:spMkLst>
            <pc:docMk/>
            <pc:sldMk cId="1424198372" sldId="267"/>
            <ac:spMk id="6" creationId="{18FAF62D-1E83-7D48-812B-AB933BCDA8F9}"/>
          </ac:spMkLst>
        </pc:spChg>
        <pc:spChg chg="add del">
          <ac:chgData name="Maite" userId="e39ee39b-8feb-4631-9f68-d509c9a9f4c6" providerId="ADAL" clId="{1863AED9-D848-254C-94D4-AAB0421F2CB1}" dt="2026-02-26T12:44:22.273" v="524"/>
          <ac:spMkLst>
            <pc:docMk/>
            <pc:sldMk cId="1424198372" sldId="267"/>
            <ac:spMk id="7" creationId="{8944C1C6-6F01-1645-A2A0-213D877E87C3}"/>
          </ac:spMkLst>
        </pc:spChg>
        <pc:spChg chg="add">
          <ac:chgData name="Maite" userId="e39ee39b-8feb-4631-9f68-d509c9a9f4c6" providerId="ADAL" clId="{1863AED9-D848-254C-94D4-AAB0421F2CB1}" dt="2026-02-26T12:44:23.474" v="526"/>
          <ac:spMkLst>
            <pc:docMk/>
            <pc:sldMk cId="1424198372" sldId="267"/>
            <ac:spMk id="9" creationId="{D918ABE0-6C65-2248-B72E-7CB4BDEE9567}"/>
          </ac:spMkLst>
        </pc:spChg>
        <pc:spChg chg="add">
          <ac:chgData name="Maite" userId="e39ee39b-8feb-4631-9f68-d509c9a9f4c6" providerId="ADAL" clId="{1863AED9-D848-254C-94D4-AAB0421F2CB1}" dt="2026-02-26T12:44:23.474" v="526"/>
          <ac:spMkLst>
            <pc:docMk/>
            <pc:sldMk cId="1424198372" sldId="267"/>
            <ac:spMk id="10" creationId="{E0A83C82-A714-CB40-A1DD-10269624D003}"/>
          </ac:spMkLst>
        </pc:spChg>
        <pc:spChg chg="del">
          <ac:chgData name="Maite" userId="e39ee39b-8feb-4631-9f68-d509c9a9f4c6" providerId="ADAL" clId="{1863AED9-D848-254C-94D4-AAB0421F2CB1}" dt="2026-02-26T12:44:40.264" v="530" actId="478"/>
          <ac:spMkLst>
            <pc:docMk/>
            <pc:sldMk cId="1424198372" sldId="267"/>
            <ac:spMk id="12" creationId="{51C9942B-0A87-DD42-BC8A-4FE73ECEC448}"/>
          </ac:spMkLst>
        </pc:spChg>
        <pc:spChg chg="add">
          <ac:chgData name="Maite" userId="e39ee39b-8feb-4631-9f68-d509c9a9f4c6" providerId="ADAL" clId="{1863AED9-D848-254C-94D4-AAB0421F2CB1}" dt="2026-02-26T12:44:26.926" v="527"/>
          <ac:spMkLst>
            <pc:docMk/>
            <pc:sldMk cId="1424198372" sldId="267"/>
            <ac:spMk id="13" creationId="{618B12A2-CE23-3349-8219-ABC232A34B3A}"/>
          </ac:spMkLst>
        </pc:spChg>
        <pc:spChg chg="add mod">
          <ac:chgData name="Maite" userId="e39ee39b-8feb-4631-9f68-d509c9a9f4c6" providerId="ADAL" clId="{1863AED9-D848-254C-94D4-AAB0421F2CB1}" dt="2026-02-26T12:44:46.882" v="532" actId="948"/>
          <ac:spMkLst>
            <pc:docMk/>
            <pc:sldMk cId="1424198372" sldId="267"/>
            <ac:spMk id="15" creationId="{27221B91-718C-F141-9255-F980D8F682DD}"/>
          </ac:spMkLst>
        </pc:spChg>
        <pc:graphicFrameChg chg="mod">
          <ac:chgData name="Maite" userId="e39ee39b-8feb-4631-9f68-d509c9a9f4c6" providerId="ADAL" clId="{1863AED9-D848-254C-94D4-AAB0421F2CB1}" dt="2026-02-26T12:47:14.759" v="538" actId="14100"/>
          <ac:graphicFrameMkLst>
            <pc:docMk/>
            <pc:sldMk cId="1424198372" sldId="267"/>
            <ac:graphicFrameMk id="14" creationId="{87776D8E-B08F-2744-AA89-06C227134190}"/>
          </ac:graphicFrameMkLst>
        </pc:graphicFrameChg>
        <pc:cxnChg chg="add del">
          <ac:chgData name="Maite" userId="e39ee39b-8feb-4631-9f68-d509c9a9f4c6" providerId="ADAL" clId="{1863AED9-D848-254C-94D4-AAB0421F2CB1}" dt="2026-02-26T12:44:22.273" v="524"/>
          <ac:cxnSpMkLst>
            <pc:docMk/>
            <pc:sldMk cId="1424198372" sldId="267"/>
            <ac:cxnSpMk id="8" creationId="{0AEFD578-2CF1-1E4C-A21B-6D1863C7686A}"/>
          </ac:cxnSpMkLst>
        </pc:cxnChg>
        <pc:cxnChg chg="add">
          <ac:chgData name="Maite" userId="e39ee39b-8feb-4631-9f68-d509c9a9f4c6" providerId="ADAL" clId="{1863AED9-D848-254C-94D4-AAB0421F2CB1}" dt="2026-02-26T12:44:23.474" v="526"/>
          <ac:cxnSpMkLst>
            <pc:docMk/>
            <pc:sldMk cId="1424198372" sldId="267"/>
            <ac:cxnSpMk id="11" creationId="{DEB40054-5B5D-4749-AAF1-42D17150AA72}"/>
          </ac:cxnSpMkLst>
        </pc:cxnChg>
      </pc:sldChg>
      <pc:sldChg chg="addSp delSp modSp del">
        <pc:chgData name="Maite" userId="e39ee39b-8feb-4631-9f68-d509c9a9f4c6" providerId="ADAL" clId="{1863AED9-D848-254C-94D4-AAB0421F2CB1}" dt="2026-02-26T13:24:19.572" v="1172" actId="2696"/>
        <pc:sldMkLst>
          <pc:docMk/>
          <pc:sldMk cId="1155395249" sldId="268"/>
        </pc:sldMkLst>
        <pc:spChg chg="del mod">
          <ac:chgData name="Maite" userId="e39ee39b-8feb-4631-9f68-d509c9a9f4c6" providerId="ADAL" clId="{1863AED9-D848-254C-94D4-AAB0421F2CB1}" dt="2026-02-26T12:29:17.985" v="376" actId="478"/>
          <ac:spMkLst>
            <pc:docMk/>
            <pc:sldMk cId="1155395249" sldId="268"/>
            <ac:spMk id="2" creationId="{E1AAF08B-AB44-6547-891C-337A413BF743}"/>
          </ac:spMkLst>
        </pc:spChg>
        <pc:spChg chg="del mod">
          <ac:chgData name="Maite" userId="e39ee39b-8feb-4631-9f68-d509c9a9f4c6" providerId="ADAL" clId="{1863AED9-D848-254C-94D4-AAB0421F2CB1}" dt="2026-02-26T12:29:17.985" v="376" actId="478"/>
          <ac:spMkLst>
            <pc:docMk/>
            <pc:sldMk cId="1155395249" sldId="268"/>
            <ac:spMk id="5" creationId="{4542C7C5-2210-1A41-9098-AAEB1E779BF3}"/>
          </ac:spMkLst>
        </pc:spChg>
        <pc:spChg chg="add mod">
          <ac:chgData name="Maite" userId="e39ee39b-8feb-4631-9f68-d509c9a9f4c6" providerId="ADAL" clId="{1863AED9-D848-254C-94D4-AAB0421F2CB1}" dt="2026-02-26T12:31:55.676" v="409" actId="12788"/>
          <ac:spMkLst>
            <pc:docMk/>
            <pc:sldMk cId="1155395249" sldId="268"/>
            <ac:spMk id="10" creationId="{4AA8E053-B746-C344-B965-C5FE189A8F94}"/>
          </ac:spMkLst>
        </pc:spChg>
        <pc:spChg chg="add mod">
          <ac:chgData name="Maite" userId="e39ee39b-8feb-4631-9f68-d509c9a9f4c6" providerId="ADAL" clId="{1863AED9-D848-254C-94D4-AAB0421F2CB1}" dt="2026-02-26T12:32:52.178" v="417" actId="1036"/>
          <ac:spMkLst>
            <pc:docMk/>
            <pc:sldMk cId="1155395249" sldId="268"/>
            <ac:spMk id="11" creationId="{A12E3F4C-A1F3-5249-A030-4B00305E968E}"/>
          </ac:spMkLst>
        </pc:spChg>
        <pc:spChg chg="add del mod">
          <ac:chgData name="Maite" userId="e39ee39b-8feb-4631-9f68-d509c9a9f4c6" providerId="ADAL" clId="{1863AED9-D848-254C-94D4-AAB0421F2CB1}" dt="2026-02-26T12:57:18.304" v="642" actId="478"/>
          <ac:spMkLst>
            <pc:docMk/>
            <pc:sldMk cId="1155395249" sldId="268"/>
            <ac:spMk id="12" creationId="{0551FBED-45C7-F84F-BA04-15C91B6047F7}"/>
          </ac:spMkLst>
        </pc:spChg>
        <pc:spChg chg="add mod">
          <ac:chgData name="Maite" userId="e39ee39b-8feb-4631-9f68-d509c9a9f4c6" providerId="ADAL" clId="{1863AED9-D848-254C-94D4-AAB0421F2CB1}" dt="2026-02-26T12:32:54.612" v="418" actId="1035"/>
          <ac:spMkLst>
            <pc:docMk/>
            <pc:sldMk cId="1155395249" sldId="268"/>
            <ac:spMk id="13" creationId="{747C7A83-432A-DE40-9472-9A9C95185470}"/>
          </ac:spMkLst>
        </pc:spChg>
        <pc:spChg chg="mod">
          <ac:chgData name="Maite" userId="e39ee39b-8feb-4631-9f68-d509c9a9f4c6" providerId="ADAL" clId="{1863AED9-D848-254C-94D4-AAB0421F2CB1}" dt="2026-02-26T12:59:10.480" v="678" actId="1036"/>
          <ac:spMkLst>
            <pc:docMk/>
            <pc:sldMk cId="1155395249" sldId="268"/>
            <ac:spMk id="17" creationId="{A583CC13-A63A-834C-81D1-EA4D0AE3D6CE}"/>
          </ac:spMkLst>
        </pc:spChg>
        <pc:spChg chg="mod">
          <ac:chgData name="Maite" userId="e39ee39b-8feb-4631-9f68-d509c9a9f4c6" providerId="ADAL" clId="{1863AED9-D848-254C-94D4-AAB0421F2CB1}" dt="2026-02-26T12:59:10.480" v="678" actId="1036"/>
          <ac:spMkLst>
            <pc:docMk/>
            <pc:sldMk cId="1155395249" sldId="268"/>
            <ac:spMk id="18" creationId="{E9A91112-FB8F-9B44-9BDE-BC6ABAC9EE43}"/>
          </ac:spMkLst>
        </pc:spChg>
        <pc:spChg chg="mod">
          <ac:chgData name="Maite" userId="e39ee39b-8feb-4631-9f68-d509c9a9f4c6" providerId="ADAL" clId="{1863AED9-D848-254C-94D4-AAB0421F2CB1}" dt="2026-02-26T12:59:10.480" v="678" actId="1036"/>
          <ac:spMkLst>
            <pc:docMk/>
            <pc:sldMk cId="1155395249" sldId="268"/>
            <ac:spMk id="19" creationId="{28A23CF7-0E10-844B-A06F-9C09F64AC3F0}"/>
          </ac:spMkLst>
        </pc:spChg>
        <pc:spChg chg="mod">
          <ac:chgData name="Maite" userId="e39ee39b-8feb-4631-9f68-d509c9a9f4c6" providerId="ADAL" clId="{1863AED9-D848-254C-94D4-AAB0421F2CB1}" dt="2026-02-26T12:59:10.480" v="678" actId="1036"/>
          <ac:spMkLst>
            <pc:docMk/>
            <pc:sldMk cId="1155395249" sldId="268"/>
            <ac:spMk id="20" creationId="{B5476D65-B459-0E4A-A63A-6040B2692715}"/>
          </ac:spMkLst>
        </pc:spChg>
        <pc:spChg chg="del mod">
          <ac:chgData name="Maite" userId="e39ee39b-8feb-4631-9f68-d509c9a9f4c6" providerId="ADAL" clId="{1863AED9-D848-254C-94D4-AAB0421F2CB1}" dt="2026-02-26T12:29:17.985" v="376" actId="478"/>
          <ac:spMkLst>
            <pc:docMk/>
            <pc:sldMk cId="1155395249" sldId="268"/>
            <ac:spMk id="21" creationId="{BF1829FD-469B-8940-9621-950EDFEFD776}"/>
          </ac:spMkLst>
        </pc:spChg>
        <pc:spChg chg="add mod">
          <ac:chgData name="Maite" userId="e39ee39b-8feb-4631-9f68-d509c9a9f4c6" providerId="ADAL" clId="{1863AED9-D848-254C-94D4-AAB0421F2CB1}" dt="2026-02-26T12:59:49.575" v="679" actId="14100"/>
          <ac:spMkLst>
            <pc:docMk/>
            <pc:sldMk cId="1155395249" sldId="268"/>
            <ac:spMk id="23" creationId="{4479C32A-4588-234C-86FE-478EBE73FCF6}"/>
          </ac:spMkLst>
        </pc:spChg>
        <pc:graphicFrameChg chg="mod">
          <ac:chgData name="Maite" userId="e39ee39b-8feb-4631-9f68-d509c9a9f4c6" providerId="ADAL" clId="{1863AED9-D848-254C-94D4-AAB0421F2CB1}" dt="2026-02-26T12:57:38.970" v="647" actId="14100"/>
          <ac:graphicFrameMkLst>
            <pc:docMk/>
            <pc:sldMk cId="1155395249" sldId="268"/>
            <ac:graphicFrameMk id="16" creationId="{F595B925-7A91-2042-812D-F8F24F9995F4}"/>
          </ac:graphicFrameMkLst>
        </pc:graphicFrameChg>
        <pc:cxnChg chg="add mod">
          <ac:chgData name="Maite" userId="e39ee39b-8feb-4631-9f68-d509c9a9f4c6" providerId="ADAL" clId="{1863AED9-D848-254C-94D4-AAB0421F2CB1}" dt="2026-02-26T12:32:56.645" v="419" actId="1035"/>
          <ac:cxnSpMkLst>
            <pc:docMk/>
            <pc:sldMk cId="1155395249" sldId="268"/>
            <ac:cxnSpMk id="4" creationId="{15B5097B-2613-2844-A607-07B05DFEC7D7}"/>
          </ac:cxnSpMkLst>
        </pc:cxnChg>
        <pc:cxnChg chg="add del">
          <ac:chgData name="Maite" userId="e39ee39b-8feb-4631-9f68-d509c9a9f4c6" providerId="ADAL" clId="{1863AED9-D848-254C-94D4-AAB0421F2CB1}" dt="2026-02-26T12:31:20.747" v="398"/>
          <ac:cxnSpMkLst>
            <pc:docMk/>
            <pc:sldMk cId="1155395249" sldId="268"/>
            <ac:cxnSpMk id="22" creationId="{99E14A88-2F84-114F-920E-5CDDDB648248}"/>
          </ac:cxnSpMkLst>
        </pc:cxnChg>
      </pc:sldChg>
      <pc:sldChg chg="addSp delSp modSp del">
        <pc:chgData name="Maite" userId="e39ee39b-8feb-4631-9f68-d509c9a9f4c6" providerId="ADAL" clId="{1863AED9-D848-254C-94D4-AAB0421F2CB1}" dt="2026-02-26T13:25:47.378" v="1206" actId="2696"/>
        <pc:sldMkLst>
          <pc:docMk/>
          <pc:sldMk cId="1121903901" sldId="269"/>
        </pc:sldMkLst>
        <pc:spChg chg="del">
          <ac:chgData name="Maite" userId="e39ee39b-8feb-4631-9f68-d509c9a9f4c6" providerId="ADAL" clId="{1863AED9-D848-254C-94D4-AAB0421F2CB1}" dt="2026-02-26T12:52:38.579" v="596" actId="478"/>
          <ac:spMkLst>
            <pc:docMk/>
            <pc:sldMk cId="1121903901" sldId="269"/>
            <ac:spMk id="2" creationId="{E1AAF08B-AB44-6547-891C-337A413BF743}"/>
          </ac:spMkLst>
        </pc:spChg>
        <pc:spChg chg="add">
          <ac:chgData name="Maite" userId="e39ee39b-8feb-4631-9f68-d509c9a9f4c6" providerId="ADAL" clId="{1863AED9-D848-254C-94D4-AAB0421F2CB1}" dt="2026-02-26T12:52:42.886" v="599"/>
          <ac:spMkLst>
            <pc:docMk/>
            <pc:sldMk cId="1121903901" sldId="269"/>
            <ac:spMk id="11" creationId="{04B873F9-B1F9-2B4C-A661-EEE943476467}"/>
          </ac:spMkLst>
        </pc:spChg>
        <pc:spChg chg="add">
          <ac:chgData name="Maite" userId="e39ee39b-8feb-4631-9f68-d509c9a9f4c6" providerId="ADAL" clId="{1863AED9-D848-254C-94D4-AAB0421F2CB1}" dt="2026-02-26T12:52:42.886" v="599"/>
          <ac:spMkLst>
            <pc:docMk/>
            <pc:sldMk cId="1121903901" sldId="269"/>
            <ac:spMk id="12" creationId="{A4CA4090-5E82-F447-BFF2-ABE9BA99A50C}"/>
          </ac:spMkLst>
        </pc:spChg>
        <pc:spChg chg="mod">
          <ac:chgData name="Maite" userId="e39ee39b-8feb-4631-9f68-d509c9a9f4c6" providerId="ADAL" clId="{1863AED9-D848-254C-94D4-AAB0421F2CB1}" dt="2026-02-26T12:59:02.967" v="675" actId="1035"/>
          <ac:spMkLst>
            <pc:docMk/>
            <pc:sldMk cId="1121903901" sldId="269"/>
            <ac:spMk id="14" creationId="{1CFD58CA-A813-5743-AE57-515A8E494B64}"/>
          </ac:spMkLst>
        </pc:spChg>
        <pc:spChg chg="add">
          <ac:chgData name="Maite" userId="e39ee39b-8feb-4631-9f68-d509c9a9f4c6" providerId="ADAL" clId="{1863AED9-D848-254C-94D4-AAB0421F2CB1}" dt="2026-02-26T12:52:46.805" v="600"/>
          <ac:spMkLst>
            <pc:docMk/>
            <pc:sldMk cId="1121903901" sldId="269"/>
            <ac:spMk id="15" creationId="{6125EB7F-90DA-7D43-B80D-B2C6E5631E77}"/>
          </ac:spMkLst>
        </pc:spChg>
        <pc:spChg chg="mod">
          <ac:chgData name="Maite" userId="e39ee39b-8feb-4631-9f68-d509c9a9f4c6" providerId="ADAL" clId="{1863AED9-D848-254C-94D4-AAB0421F2CB1}" dt="2026-02-26T12:59:02.967" v="675" actId="1035"/>
          <ac:spMkLst>
            <pc:docMk/>
            <pc:sldMk cId="1121903901" sldId="269"/>
            <ac:spMk id="16" creationId="{D9D198FE-6AF2-4B4A-8407-877BA76CF8A3}"/>
          </ac:spMkLst>
        </pc:spChg>
        <pc:spChg chg="mod">
          <ac:chgData name="Maite" userId="e39ee39b-8feb-4631-9f68-d509c9a9f4c6" providerId="ADAL" clId="{1863AED9-D848-254C-94D4-AAB0421F2CB1}" dt="2026-02-26T12:59:02.967" v="675" actId="1035"/>
          <ac:spMkLst>
            <pc:docMk/>
            <pc:sldMk cId="1121903901" sldId="269"/>
            <ac:spMk id="17" creationId="{A5A65D30-A786-7747-A20C-130A06E7D9C2}"/>
          </ac:spMkLst>
        </pc:spChg>
        <pc:spChg chg="mod">
          <ac:chgData name="Maite" userId="e39ee39b-8feb-4631-9f68-d509c9a9f4c6" providerId="ADAL" clId="{1863AED9-D848-254C-94D4-AAB0421F2CB1}" dt="2026-02-26T12:59:02.967" v="675" actId="1035"/>
          <ac:spMkLst>
            <pc:docMk/>
            <pc:sldMk cId="1121903901" sldId="269"/>
            <ac:spMk id="18" creationId="{48CEF3A8-2335-AE4C-8DF9-204EC23126AD}"/>
          </ac:spMkLst>
        </pc:spChg>
        <pc:spChg chg="del mod">
          <ac:chgData name="Maite" userId="e39ee39b-8feb-4631-9f68-d509c9a9f4c6" providerId="ADAL" clId="{1863AED9-D848-254C-94D4-AAB0421F2CB1}" dt="2026-02-26T12:52:53.025" v="603" actId="478"/>
          <ac:spMkLst>
            <pc:docMk/>
            <pc:sldMk cId="1121903901" sldId="269"/>
            <ac:spMk id="19" creationId="{423F2A2D-5431-224E-9571-6438E5207F6E}"/>
          </ac:spMkLst>
        </pc:spChg>
        <pc:spChg chg="del mod">
          <ac:chgData name="Maite" userId="e39ee39b-8feb-4631-9f68-d509c9a9f4c6" providerId="ADAL" clId="{1863AED9-D848-254C-94D4-AAB0421F2CB1}" dt="2026-02-26T12:52:48.978" v="601" actId="478"/>
          <ac:spMkLst>
            <pc:docMk/>
            <pc:sldMk cId="1121903901" sldId="269"/>
            <ac:spMk id="20" creationId="{74596BFC-4EB9-354B-A45B-EF069F822914}"/>
          </ac:spMkLst>
        </pc:spChg>
        <pc:spChg chg="mod">
          <ac:chgData name="Maite" userId="e39ee39b-8feb-4631-9f68-d509c9a9f4c6" providerId="ADAL" clId="{1863AED9-D848-254C-94D4-AAB0421F2CB1}" dt="2026-02-26T12:59:02.967" v="675" actId="1035"/>
          <ac:spMkLst>
            <pc:docMk/>
            <pc:sldMk cId="1121903901" sldId="269"/>
            <ac:spMk id="21" creationId="{05645939-0905-3F47-A48F-7FD0998411E4}"/>
          </ac:spMkLst>
        </pc:spChg>
        <pc:spChg chg="add del mod">
          <ac:chgData name="Maite" userId="e39ee39b-8feb-4631-9f68-d509c9a9f4c6" providerId="ADAL" clId="{1863AED9-D848-254C-94D4-AAB0421F2CB1}" dt="2026-02-26T12:57:27.983" v="646" actId="478"/>
          <ac:spMkLst>
            <pc:docMk/>
            <pc:sldMk cId="1121903901" sldId="269"/>
            <ac:spMk id="22" creationId="{CD46F953-7D87-424C-84B1-1E4F6AC26938}"/>
          </ac:spMkLst>
        </pc:spChg>
        <pc:spChg chg="add del mod">
          <ac:chgData name="Maite" userId="e39ee39b-8feb-4631-9f68-d509c9a9f4c6" providerId="ADAL" clId="{1863AED9-D848-254C-94D4-AAB0421F2CB1}" dt="2026-02-26T12:59:56.879" v="683" actId="478"/>
          <ac:spMkLst>
            <pc:docMk/>
            <pc:sldMk cId="1121903901" sldId="269"/>
            <ac:spMk id="23" creationId="{F54DBC93-3534-5047-B79E-FF0F2269F084}"/>
          </ac:spMkLst>
        </pc:spChg>
        <pc:spChg chg="add mod">
          <ac:chgData name="Maite" userId="e39ee39b-8feb-4631-9f68-d509c9a9f4c6" providerId="ADAL" clId="{1863AED9-D848-254C-94D4-AAB0421F2CB1}" dt="2026-02-26T12:59:55.588" v="682"/>
          <ac:spMkLst>
            <pc:docMk/>
            <pc:sldMk cId="1121903901" sldId="269"/>
            <ac:spMk id="24" creationId="{37B86A0B-4931-454E-8766-65DC2C09E6FA}"/>
          </ac:spMkLst>
        </pc:spChg>
        <pc:graphicFrameChg chg="mod">
          <ac:chgData name="Maite" userId="e39ee39b-8feb-4631-9f68-d509c9a9f4c6" providerId="ADAL" clId="{1863AED9-D848-254C-94D4-AAB0421F2CB1}" dt="2026-02-26T12:57:42.646" v="648" actId="14100"/>
          <ac:graphicFrameMkLst>
            <pc:docMk/>
            <pc:sldMk cId="1121903901" sldId="269"/>
            <ac:graphicFrameMk id="10" creationId="{F5E3CE4B-B3D8-054C-8027-DEF65ADFCD5C}"/>
          </ac:graphicFrameMkLst>
        </pc:graphicFrameChg>
        <pc:cxnChg chg="add">
          <ac:chgData name="Maite" userId="e39ee39b-8feb-4631-9f68-d509c9a9f4c6" providerId="ADAL" clId="{1863AED9-D848-254C-94D4-AAB0421F2CB1}" dt="2026-02-26T12:52:42.886" v="599"/>
          <ac:cxnSpMkLst>
            <pc:docMk/>
            <pc:sldMk cId="1121903901" sldId="269"/>
            <ac:cxnSpMk id="13" creationId="{14496D9E-E385-FB4F-B389-B6FDE2655F0A}"/>
          </ac:cxnSpMkLst>
        </pc:cxnChg>
      </pc:sldChg>
      <pc:sldChg chg="del">
        <pc:chgData name="Maite" userId="e39ee39b-8feb-4631-9f68-d509c9a9f4c6" providerId="ADAL" clId="{1863AED9-D848-254C-94D4-AAB0421F2CB1}" dt="2026-02-26T13:03:36.646" v="714" actId="2696"/>
        <pc:sldMkLst>
          <pc:docMk/>
          <pc:sldMk cId="492302419" sldId="270"/>
        </pc:sldMkLst>
      </pc:sldChg>
      <pc:sldChg chg="delSp modSp mod modClrScheme chgLayout">
        <pc:chgData name="Maite" userId="e39ee39b-8feb-4631-9f68-d509c9a9f4c6" providerId="ADAL" clId="{1863AED9-D848-254C-94D4-AAB0421F2CB1}" dt="2026-02-26T13:51:43.674" v="1665" actId="108"/>
        <pc:sldMkLst>
          <pc:docMk/>
          <pc:sldMk cId="2119977243" sldId="271"/>
        </pc:sldMkLst>
        <pc:spChg chg="mod">
          <ac:chgData name="Maite" userId="e39ee39b-8feb-4631-9f68-d509c9a9f4c6" providerId="ADAL" clId="{1863AED9-D848-254C-94D4-AAB0421F2CB1}" dt="2026-02-26T13:01:59.816" v="700" actId="1076"/>
          <ac:spMkLst>
            <pc:docMk/>
            <pc:sldMk cId="2119977243" sldId="271"/>
            <ac:spMk id="3" creationId="{270CDAAA-E423-4241-B0DB-04E6C5AC5E05}"/>
          </ac:spMkLst>
        </pc:spChg>
        <pc:spChg chg="del">
          <ac:chgData name="Maite" userId="e39ee39b-8feb-4631-9f68-d509c9a9f4c6" providerId="ADAL" clId="{1863AED9-D848-254C-94D4-AAB0421F2CB1}" dt="2026-02-26T13:01:34.067" v="697" actId="478"/>
          <ac:spMkLst>
            <pc:docMk/>
            <pc:sldMk cId="2119977243" sldId="271"/>
            <ac:spMk id="6" creationId="{C8151747-F887-0843-A12A-010B4B7264CC}"/>
          </ac:spMkLst>
        </pc:spChg>
        <pc:spChg chg="mod">
          <ac:chgData name="Maite" userId="e39ee39b-8feb-4631-9f68-d509c9a9f4c6" providerId="ADAL" clId="{1863AED9-D848-254C-94D4-AAB0421F2CB1}" dt="2026-02-26T13:51:43.674" v="1665" actId="108"/>
          <ac:spMkLst>
            <pc:docMk/>
            <pc:sldMk cId="2119977243" sldId="271"/>
            <ac:spMk id="7" creationId="{69982C3D-B931-114F-A527-E7F3B6610129}"/>
          </ac:spMkLst>
        </pc:spChg>
        <pc:spChg chg="mod">
          <ac:chgData name="Maite" userId="e39ee39b-8feb-4631-9f68-d509c9a9f4c6" providerId="ADAL" clId="{1863AED9-D848-254C-94D4-AAB0421F2CB1}" dt="2026-02-26T13:01:59.816" v="700" actId="1076"/>
          <ac:spMkLst>
            <pc:docMk/>
            <pc:sldMk cId="2119977243" sldId="271"/>
            <ac:spMk id="10" creationId="{E5585DDF-1162-364C-93D6-09AB71A7B6BE}"/>
          </ac:spMkLst>
        </pc:spChg>
        <pc:grpChg chg="del">
          <ac:chgData name="Maite" userId="e39ee39b-8feb-4631-9f68-d509c9a9f4c6" providerId="ADAL" clId="{1863AED9-D848-254C-94D4-AAB0421F2CB1}" dt="2026-02-26T13:01:38.993" v="698" actId="478"/>
          <ac:grpSpMkLst>
            <pc:docMk/>
            <pc:sldMk cId="2119977243" sldId="271"/>
            <ac:grpSpMk id="12" creationId="{A3D19503-9562-AB45-AAEC-D785791BC345}"/>
          </ac:grpSpMkLst>
        </pc:grpChg>
        <pc:picChg chg="del mod">
          <ac:chgData name="Maite" userId="e39ee39b-8feb-4631-9f68-d509c9a9f4c6" providerId="ADAL" clId="{1863AED9-D848-254C-94D4-AAB0421F2CB1}" dt="2026-02-26T13:01:26.103" v="695" actId="478"/>
          <ac:picMkLst>
            <pc:docMk/>
            <pc:sldMk cId="2119977243" sldId="271"/>
            <ac:picMk id="16" creationId="{9455A86E-6A50-784D-AB2B-C27589B168F3}"/>
          </ac:picMkLst>
        </pc:picChg>
        <pc:cxnChg chg="del">
          <ac:chgData name="Maite" userId="e39ee39b-8feb-4631-9f68-d509c9a9f4c6" providerId="ADAL" clId="{1863AED9-D848-254C-94D4-AAB0421F2CB1}" dt="2026-02-26T13:01:34.067" v="697" actId="478"/>
          <ac:cxnSpMkLst>
            <pc:docMk/>
            <pc:sldMk cId="2119977243" sldId="271"/>
            <ac:cxnSpMk id="5" creationId="{EC5D585D-9B41-9645-8E51-8DC453901ABA}"/>
          </ac:cxnSpMkLst>
        </pc:cxnChg>
      </pc:sldChg>
      <pc:sldChg chg="addSp delSp modSp mod modClrScheme chgLayout">
        <pc:chgData name="Maite" userId="e39ee39b-8feb-4631-9f68-d509c9a9f4c6" providerId="ADAL" clId="{1863AED9-D848-254C-94D4-AAB0421F2CB1}" dt="2026-02-26T15:45:26.201" v="2373" actId="207"/>
        <pc:sldMkLst>
          <pc:docMk/>
          <pc:sldMk cId="892734568" sldId="272"/>
        </pc:sldMkLst>
        <pc:spChg chg="add del mod">
          <ac:chgData name="Maite" userId="e39ee39b-8feb-4631-9f68-d509c9a9f4c6" providerId="ADAL" clId="{1863AED9-D848-254C-94D4-AAB0421F2CB1}" dt="2026-02-26T13:26:45.274" v="1218" actId="478"/>
          <ac:spMkLst>
            <pc:docMk/>
            <pc:sldMk cId="892734568" sldId="272"/>
            <ac:spMk id="2" creationId="{E1AAF08B-AB44-6547-891C-337A413BF743}"/>
          </ac:spMkLst>
        </pc:spChg>
        <pc:spChg chg="mod">
          <ac:chgData name="Maite" userId="e39ee39b-8feb-4631-9f68-d509c9a9f4c6" providerId="ADAL" clId="{1863AED9-D848-254C-94D4-AAB0421F2CB1}" dt="2026-02-26T14:03:15.323" v="1832" actId="14100"/>
          <ac:spMkLst>
            <pc:docMk/>
            <pc:sldMk cId="892734568" sldId="272"/>
            <ac:spMk id="4" creationId="{2D149263-FB8C-5B4C-8A8F-D13F40D71EB8}"/>
          </ac:spMkLst>
        </pc:spChg>
        <pc:spChg chg="add del mod">
          <ac:chgData name="Maite" userId="e39ee39b-8feb-4631-9f68-d509c9a9f4c6" providerId="ADAL" clId="{1863AED9-D848-254C-94D4-AAB0421F2CB1}" dt="2026-02-26T13:26:45.274" v="1218" actId="478"/>
          <ac:spMkLst>
            <pc:docMk/>
            <pc:sldMk cId="892734568" sldId="272"/>
            <ac:spMk id="5" creationId="{4542C7C5-2210-1A41-9098-AAEB1E779BF3}"/>
          </ac:spMkLst>
        </pc:spChg>
        <pc:spChg chg="add del mod">
          <ac:chgData name="Maite" userId="e39ee39b-8feb-4631-9f68-d509c9a9f4c6" providerId="ADAL" clId="{1863AED9-D848-254C-94D4-AAB0421F2CB1}" dt="2026-02-26T13:26:58.089" v="1245" actId="478"/>
          <ac:spMkLst>
            <pc:docMk/>
            <pc:sldMk cId="892734568" sldId="272"/>
            <ac:spMk id="11" creationId="{D96ACAE2-6BB5-3A41-8E54-1145166FDC59}"/>
          </ac:spMkLst>
        </pc:spChg>
        <pc:spChg chg="del mod">
          <ac:chgData name="Maite" userId="e39ee39b-8feb-4631-9f68-d509c9a9f4c6" providerId="ADAL" clId="{1863AED9-D848-254C-94D4-AAB0421F2CB1}" dt="2026-02-26T13:27:00.824" v="1246" actId="478"/>
          <ac:spMkLst>
            <pc:docMk/>
            <pc:sldMk cId="892734568" sldId="272"/>
            <ac:spMk id="12" creationId="{51C9942B-0A87-DD42-BC8A-4FE73ECEC448}"/>
          </ac:spMkLst>
        </pc:spChg>
        <pc:spChg chg="add del mod">
          <ac:chgData name="Maite" userId="e39ee39b-8feb-4631-9f68-d509c9a9f4c6" providerId="ADAL" clId="{1863AED9-D848-254C-94D4-AAB0421F2CB1}" dt="2026-02-26T13:26:58.089" v="1245" actId="478"/>
          <ac:spMkLst>
            <pc:docMk/>
            <pc:sldMk cId="892734568" sldId="272"/>
            <ac:spMk id="13" creationId="{FF8730D4-1E24-8B4F-BA44-F2AB6A0409D0}"/>
          </ac:spMkLst>
        </pc:spChg>
        <pc:spChg chg="add mod">
          <ac:chgData name="Maite" userId="e39ee39b-8feb-4631-9f68-d509c9a9f4c6" providerId="ADAL" clId="{1863AED9-D848-254C-94D4-AAB0421F2CB1}" dt="2026-02-26T14:06:37.605" v="1987" actId="1036"/>
          <ac:spMkLst>
            <pc:docMk/>
            <pc:sldMk cId="892734568" sldId="272"/>
            <ac:spMk id="15" creationId="{5999812E-D4B4-D348-B5B6-D564182370AA}"/>
          </ac:spMkLst>
        </pc:spChg>
        <pc:spChg chg="add mod">
          <ac:chgData name="Maite" userId="e39ee39b-8feb-4631-9f68-d509c9a9f4c6" providerId="ADAL" clId="{1863AED9-D848-254C-94D4-AAB0421F2CB1}" dt="2026-02-26T14:05:10.643" v="1869" actId="14100"/>
          <ac:spMkLst>
            <pc:docMk/>
            <pc:sldMk cId="892734568" sldId="272"/>
            <ac:spMk id="16" creationId="{A7F3DF1E-A544-F74D-9D15-A024A085374D}"/>
          </ac:spMkLst>
        </pc:spChg>
        <pc:spChg chg="del mod">
          <ac:chgData name="Maite" userId="e39ee39b-8feb-4631-9f68-d509c9a9f4c6" providerId="ADAL" clId="{1863AED9-D848-254C-94D4-AAB0421F2CB1}" dt="2026-02-26T13:28:34.230" v="1278" actId="478"/>
          <ac:spMkLst>
            <pc:docMk/>
            <pc:sldMk cId="892734568" sldId="272"/>
            <ac:spMk id="17" creationId="{036F50AA-9851-7042-A390-A8165345B7C3}"/>
          </ac:spMkLst>
        </pc:spChg>
        <pc:spChg chg="mod">
          <ac:chgData name="Maite" userId="e39ee39b-8feb-4631-9f68-d509c9a9f4c6" providerId="ADAL" clId="{1863AED9-D848-254C-94D4-AAB0421F2CB1}" dt="2026-02-26T15:44:58.252" v="2362" actId="207"/>
          <ac:spMkLst>
            <pc:docMk/>
            <pc:sldMk cId="892734568" sldId="272"/>
            <ac:spMk id="18" creationId="{7C2B5E86-75A8-1D45-9967-530032F56EC0}"/>
          </ac:spMkLst>
        </pc:spChg>
        <pc:spChg chg="del mod">
          <ac:chgData name="Maite" userId="e39ee39b-8feb-4631-9f68-d509c9a9f4c6" providerId="ADAL" clId="{1863AED9-D848-254C-94D4-AAB0421F2CB1}" dt="2026-02-26T13:28:34.230" v="1278" actId="478"/>
          <ac:spMkLst>
            <pc:docMk/>
            <pc:sldMk cId="892734568" sldId="272"/>
            <ac:spMk id="19" creationId="{BA6523F9-A172-4A4D-A9B9-774AD189D6AB}"/>
          </ac:spMkLst>
        </pc:spChg>
        <pc:spChg chg="add mod">
          <ac:chgData name="Maite" userId="e39ee39b-8feb-4631-9f68-d509c9a9f4c6" providerId="ADAL" clId="{1863AED9-D848-254C-94D4-AAB0421F2CB1}" dt="2026-02-26T13:26:54.286" v="1244" actId="20577"/>
          <ac:spMkLst>
            <pc:docMk/>
            <pc:sldMk cId="892734568" sldId="272"/>
            <ac:spMk id="20" creationId="{B05EAA77-550F-5E44-9134-8E8B5ED5FD02}"/>
          </ac:spMkLst>
        </pc:spChg>
        <pc:spChg chg="add mod">
          <ac:chgData name="Maite" userId="e39ee39b-8feb-4631-9f68-d509c9a9f4c6" providerId="ADAL" clId="{1863AED9-D848-254C-94D4-AAB0421F2CB1}" dt="2026-02-26T13:27:47.951" v="1260" actId="571"/>
          <ac:spMkLst>
            <pc:docMk/>
            <pc:sldMk cId="892734568" sldId="272"/>
            <ac:spMk id="22" creationId="{9B2E0F27-A330-E044-8555-48FB69DD4992}"/>
          </ac:spMkLst>
        </pc:spChg>
        <pc:spChg chg="add mod">
          <ac:chgData name="Maite" userId="e39ee39b-8feb-4631-9f68-d509c9a9f4c6" providerId="ADAL" clId="{1863AED9-D848-254C-94D4-AAB0421F2CB1}" dt="2026-02-26T13:27:47.951" v="1260" actId="571"/>
          <ac:spMkLst>
            <pc:docMk/>
            <pc:sldMk cId="892734568" sldId="272"/>
            <ac:spMk id="23" creationId="{5F3D799F-B2A0-D44B-8D30-E3015CE51B24}"/>
          </ac:spMkLst>
        </pc:spChg>
        <pc:spChg chg="add del mod">
          <ac:chgData name="Maite" userId="e39ee39b-8feb-4631-9f68-d509c9a9f4c6" providerId="ADAL" clId="{1863AED9-D848-254C-94D4-AAB0421F2CB1}" dt="2026-02-26T14:02:31.252" v="1817" actId="478"/>
          <ac:spMkLst>
            <pc:docMk/>
            <pc:sldMk cId="892734568" sldId="272"/>
            <ac:spMk id="25" creationId="{9A86FEA0-AC19-F345-8C43-2C044DDBF702}"/>
          </ac:spMkLst>
        </pc:spChg>
        <pc:spChg chg="add del mod">
          <ac:chgData name="Maite" userId="e39ee39b-8feb-4631-9f68-d509c9a9f4c6" providerId="ADAL" clId="{1863AED9-D848-254C-94D4-AAB0421F2CB1}" dt="2026-02-26T14:03:43.024" v="1843" actId="478"/>
          <ac:spMkLst>
            <pc:docMk/>
            <pc:sldMk cId="892734568" sldId="272"/>
            <ac:spMk id="26" creationId="{37AE8F5B-4506-4A4A-B103-517CD09C124D}"/>
          </ac:spMkLst>
        </pc:spChg>
        <pc:spChg chg="add mod">
          <ac:chgData name="Maite" userId="e39ee39b-8feb-4631-9f68-d509c9a9f4c6" providerId="ADAL" clId="{1863AED9-D848-254C-94D4-AAB0421F2CB1}" dt="2026-02-26T14:02:45.059" v="1822" actId="571"/>
          <ac:spMkLst>
            <pc:docMk/>
            <pc:sldMk cId="892734568" sldId="272"/>
            <ac:spMk id="28" creationId="{9EA0D6AA-A8AE-ED4D-88D8-6E8B9BB27E5A}"/>
          </ac:spMkLst>
        </pc:spChg>
        <pc:spChg chg="add mod">
          <ac:chgData name="Maite" userId="e39ee39b-8feb-4631-9f68-d509c9a9f4c6" providerId="ADAL" clId="{1863AED9-D848-254C-94D4-AAB0421F2CB1}" dt="2026-02-26T14:02:45.059" v="1822" actId="571"/>
          <ac:spMkLst>
            <pc:docMk/>
            <pc:sldMk cId="892734568" sldId="272"/>
            <ac:spMk id="29" creationId="{96B86E7A-9210-6640-805B-CDF056CA8250}"/>
          </ac:spMkLst>
        </pc:spChg>
        <pc:spChg chg="add mod">
          <ac:chgData name="Maite" userId="e39ee39b-8feb-4631-9f68-d509c9a9f4c6" providerId="ADAL" clId="{1863AED9-D848-254C-94D4-AAB0421F2CB1}" dt="2026-02-26T14:02:56.205" v="1827" actId="571"/>
          <ac:spMkLst>
            <pc:docMk/>
            <pc:sldMk cId="892734568" sldId="272"/>
            <ac:spMk id="31" creationId="{CFC2FDC3-EDEF-1C4C-9033-42AAA8C3297B}"/>
          </ac:spMkLst>
        </pc:spChg>
        <pc:spChg chg="add mod">
          <ac:chgData name="Maite" userId="e39ee39b-8feb-4631-9f68-d509c9a9f4c6" providerId="ADAL" clId="{1863AED9-D848-254C-94D4-AAB0421F2CB1}" dt="2026-02-26T14:02:56.205" v="1827" actId="571"/>
          <ac:spMkLst>
            <pc:docMk/>
            <pc:sldMk cId="892734568" sldId="272"/>
            <ac:spMk id="32" creationId="{C269E40E-AB9C-BC4A-B476-E3DBE23F9891}"/>
          </ac:spMkLst>
        </pc:spChg>
        <pc:spChg chg="add mod">
          <ac:chgData name="Maite" userId="e39ee39b-8feb-4631-9f68-d509c9a9f4c6" providerId="ADAL" clId="{1863AED9-D848-254C-94D4-AAB0421F2CB1}" dt="2026-02-26T14:03:12.387" v="1831" actId="571"/>
          <ac:spMkLst>
            <pc:docMk/>
            <pc:sldMk cId="892734568" sldId="272"/>
            <ac:spMk id="34" creationId="{BFD65577-CA39-FC40-9F16-9A6545CC14BA}"/>
          </ac:spMkLst>
        </pc:spChg>
        <pc:spChg chg="add mod">
          <ac:chgData name="Maite" userId="e39ee39b-8feb-4631-9f68-d509c9a9f4c6" providerId="ADAL" clId="{1863AED9-D848-254C-94D4-AAB0421F2CB1}" dt="2026-02-26T14:03:12.387" v="1831" actId="571"/>
          <ac:spMkLst>
            <pc:docMk/>
            <pc:sldMk cId="892734568" sldId="272"/>
            <ac:spMk id="35" creationId="{B9EC6FF6-75D5-6741-B73C-73AA858B0F9C}"/>
          </ac:spMkLst>
        </pc:spChg>
        <pc:spChg chg="add mod">
          <ac:chgData name="Maite" userId="e39ee39b-8feb-4631-9f68-d509c9a9f4c6" providerId="ADAL" clId="{1863AED9-D848-254C-94D4-AAB0421F2CB1}" dt="2026-02-26T14:03:21.248" v="1836" actId="571"/>
          <ac:spMkLst>
            <pc:docMk/>
            <pc:sldMk cId="892734568" sldId="272"/>
            <ac:spMk id="37" creationId="{A2739CE8-A918-5146-9DA0-9018B32A0651}"/>
          </ac:spMkLst>
        </pc:spChg>
        <pc:spChg chg="add mod">
          <ac:chgData name="Maite" userId="e39ee39b-8feb-4631-9f68-d509c9a9f4c6" providerId="ADAL" clId="{1863AED9-D848-254C-94D4-AAB0421F2CB1}" dt="2026-02-26T15:44:58.252" v="2362" actId="207"/>
          <ac:spMkLst>
            <pc:docMk/>
            <pc:sldMk cId="892734568" sldId="272"/>
            <ac:spMk id="38" creationId="{6B782386-B178-604C-A77D-CD50C5B336D2}"/>
          </ac:spMkLst>
        </pc:spChg>
        <pc:picChg chg="del mod">
          <ac:chgData name="Maite" userId="e39ee39b-8feb-4631-9f68-d509c9a9f4c6" providerId="ADAL" clId="{1863AED9-D848-254C-94D4-AAB0421F2CB1}" dt="2026-02-26T15:45:24.721" v="2372" actId="478"/>
          <ac:picMkLst>
            <pc:docMk/>
            <pc:sldMk cId="892734568" sldId="272"/>
            <ac:picMk id="7" creationId="{FF2CBA5E-2F7E-C44B-B443-2928F07E9E49}"/>
          </ac:picMkLst>
        </pc:picChg>
        <pc:picChg chg="del mod">
          <ac:chgData name="Maite" userId="e39ee39b-8feb-4631-9f68-d509c9a9f4c6" providerId="ADAL" clId="{1863AED9-D848-254C-94D4-AAB0421F2CB1}" dt="2026-02-26T15:45:13.980" v="2367" actId="478"/>
          <ac:picMkLst>
            <pc:docMk/>
            <pc:sldMk cId="892734568" sldId="272"/>
            <ac:picMk id="8" creationId="{BEE88C91-AC94-C249-9C48-E43666C3D292}"/>
          </ac:picMkLst>
        </pc:picChg>
        <pc:picChg chg="add mod">
          <ac:chgData name="Maite" userId="e39ee39b-8feb-4631-9f68-d509c9a9f4c6" providerId="ADAL" clId="{1863AED9-D848-254C-94D4-AAB0421F2CB1}" dt="2026-02-26T13:27:47.951" v="1260" actId="571"/>
          <ac:picMkLst>
            <pc:docMk/>
            <pc:sldMk cId="892734568" sldId="272"/>
            <ac:picMk id="24" creationId="{AFA6D500-A5F8-8449-B34E-AB2962EE07C0}"/>
          </ac:picMkLst>
        </pc:picChg>
        <pc:picChg chg="add del mod">
          <ac:chgData name="Maite" userId="e39ee39b-8feb-4631-9f68-d509c9a9f4c6" providerId="ADAL" clId="{1863AED9-D848-254C-94D4-AAB0421F2CB1}" dt="2026-02-26T13:28:32.800" v="1277" actId="478"/>
          <ac:picMkLst>
            <pc:docMk/>
            <pc:sldMk cId="892734568" sldId="272"/>
            <ac:picMk id="27" creationId="{8E7A26FD-5C7F-4444-A8C6-72F17D0AB0C8}"/>
          </ac:picMkLst>
        </pc:picChg>
        <pc:picChg chg="add mod">
          <ac:chgData name="Maite" userId="e39ee39b-8feb-4631-9f68-d509c9a9f4c6" providerId="ADAL" clId="{1863AED9-D848-254C-94D4-AAB0421F2CB1}" dt="2026-02-26T14:02:45.059" v="1822" actId="571"/>
          <ac:picMkLst>
            <pc:docMk/>
            <pc:sldMk cId="892734568" sldId="272"/>
            <ac:picMk id="30" creationId="{3CE04AE0-528B-4746-8ED0-75BEE2F2CC99}"/>
          </ac:picMkLst>
        </pc:picChg>
        <pc:picChg chg="add mod">
          <ac:chgData name="Maite" userId="e39ee39b-8feb-4631-9f68-d509c9a9f4c6" providerId="ADAL" clId="{1863AED9-D848-254C-94D4-AAB0421F2CB1}" dt="2026-02-26T14:02:56.205" v="1827" actId="571"/>
          <ac:picMkLst>
            <pc:docMk/>
            <pc:sldMk cId="892734568" sldId="272"/>
            <ac:picMk id="33" creationId="{A4165BA1-DEC2-2F4D-8E36-81BB0EAB4D80}"/>
          </ac:picMkLst>
        </pc:picChg>
        <pc:picChg chg="add mod">
          <ac:chgData name="Maite" userId="e39ee39b-8feb-4631-9f68-d509c9a9f4c6" providerId="ADAL" clId="{1863AED9-D848-254C-94D4-AAB0421F2CB1}" dt="2026-02-26T14:03:12.387" v="1831" actId="571"/>
          <ac:picMkLst>
            <pc:docMk/>
            <pc:sldMk cId="892734568" sldId="272"/>
            <ac:picMk id="36" creationId="{8C5EC741-5212-E34C-94AA-0362B7B7E4E1}"/>
          </ac:picMkLst>
        </pc:picChg>
        <pc:picChg chg="add del mod">
          <ac:chgData name="Maite" userId="e39ee39b-8feb-4631-9f68-d509c9a9f4c6" providerId="ADAL" clId="{1863AED9-D848-254C-94D4-AAB0421F2CB1}" dt="2026-02-26T14:03:33.913" v="1840" actId="478"/>
          <ac:picMkLst>
            <pc:docMk/>
            <pc:sldMk cId="892734568" sldId="272"/>
            <ac:picMk id="39" creationId="{BFE912CB-6024-EC40-915C-56F3D74EAF5E}"/>
          </ac:picMkLst>
        </pc:picChg>
        <pc:picChg chg="add mod">
          <ac:chgData name="Maite" userId="e39ee39b-8feb-4631-9f68-d509c9a9f4c6" providerId="ADAL" clId="{1863AED9-D848-254C-94D4-AAB0421F2CB1}" dt="2026-02-26T15:45:26.201" v="2373" actId="207"/>
          <ac:picMkLst>
            <pc:docMk/>
            <pc:sldMk cId="892734568" sldId="272"/>
            <ac:picMk id="40" creationId="{D1ACE32D-0F62-854F-8C13-D8D83E4DBC24}"/>
          </ac:picMkLst>
        </pc:picChg>
        <pc:picChg chg="add mod">
          <ac:chgData name="Maite" userId="e39ee39b-8feb-4631-9f68-d509c9a9f4c6" providerId="ADAL" clId="{1863AED9-D848-254C-94D4-AAB0421F2CB1}" dt="2026-02-26T15:45:18.869" v="2369" actId="207"/>
          <ac:picMkLst>
            <pc:docMk/>
            <pc:sldMk cId="892734568" sldId="272"/>
            <ac:picMk id="42" creationId="{6A5FD622-D1F1-F44F-BC0E-6CBDA9230E27}"/>
          </ac:picMkLst>
        </pc:picChg>
        <pc:cxnChg chg="add del mod">
          <ac:chgData name="Maite" userId="e39ee39b-8feb-4631-9f68-d509c9a9f4c6" providerId="ADAL" clId="{1863AED9-D848-254C-94D4-AAB0421F2CB1}" dt="2026-02-26T13:26:58.089" v="1245" actId="478"/>
          <ac:cxnSpMkLst>
            <pc:docMk/>
            <pc:sldMk cId="892734568" sldId="272"/>
            <ac:cxnSpMk id="14" creationId="{6BB4F491-AA36-A34B-B3FD-292908C70028}"/>
          </ac:cxnSpMkLst>
        </pc:cxnChg>
        <pc:cxnChg chg="add mod">
          <ac:chgData name="Maite" userId="e39ee39b-8feb-4631-9f68-d509c9a9f4c6" providerId="ADAL" clId="{1863AED9-D848-254C-94D4-AAB0421F2CB1}" dt="2026-02-26T13:33:08.716" v="1335" actId="14100"/>
          <ac:cxnSpMkLst>
            <pc:docMk/>
            <pc:sldMk cId="892734568" sldId="272"/>
            <ac:cxnSpMk id="21" creationId="{7CC9167A-6CF9-714E-B241-7F121AA48896}"/>
          </ac:cxnSpMkLst>
        </pc:cxnChg>
      </pc:sldChg>
      <pc:sldChg chg="addSp delSp modSp mod modClrScheme chgLayout">
        <pc:chgData name="Maite" userId="e39ee39b-8feb-4631-9f68-d509c9a9f4c6" providerId="ADAL" clId="{1863AED9-D848-254C-94D4-AAB0421F2CB1}" dt="2026-02-26T15:41:37.921" v="2330" actId="208"/>
        <pc:sldMkLst>
          <pc:docMk/>
          <pc:sldMk cId="3094545759" sldId="273"/>
        </pc:sldMkLst>
        <pc:spChg chg="del mod">
          <ac:chgData name="Maite" userId="e39ee39b-8feb-4631-9f68-d509c9a9f4c6" providerId="ADAL" clId="{1863AED9-D848-254C-94D4-AAB0421F2CB1}" dt="2026-02-26T13:29:37.111" v="1288" actId="478"/>
          <ac:spMkLst>
            <pc:docMk/>
            <pc:sldMk cId="3094545759" sldId="273"/>
            <ac:spMk id="2" creationId="{E1AAF08B-AB44-6547-891C-337A413BF743}"/>
          </ac:spMkLst>
        </pc:spChg>
        <pc:spChg chg="del mod">
          <ac:chgData name="Maite" userId="e39ee39b-8feb-4631-9f68-d509c9a9f4c6" providerId="ADAL" clId="{1863AED9-D848-254C-94D4-AAB0421F2CB1}" dt="2026-02-26T13:29:37.111" v="1288" actId="478"/>
          <ac:spMkLst>
            <pc:docMk/>
            <pc:sldMk cId="3094545759" sldId="273"/>
            <ac:spMk id="5" creationId="{4542C7C5-2210-1A41-9098-AAEB1E779BF3}"/>
          </ac:spMkLst>
        </pc:spChg>
        <pc:spChg chg="add mod">
          <ac:chgData name="Maite" userId="e39ee39b-8feb-4631-9f68-d509c9a9f4c6" providerId="ADAL" clId="{1863AED9-D848-254C-94D4-AAB0421F2CB1}" dt="2026-02-26T14:05:06.200" v="1868" actId="1035"/>
          <ac:spMkLst>
            <pc:docMk/>
            <pc:sldMk cId="3094545759" sldId="273"/>
            <ac:spMk id="6" creationId="{81CAC722-276D-994C-9D01-D05300C62356}"/>
          </ac:spMkLst>
        </pc:spChg>
        <pc:spChg chg="add mod">
          <ac:chgData name="Maite" userId="e39ee39b-8feb-4631-9f68-d509c9a9f4c6" providerId="ADAL" clId="{1863AED9-D848-254C-94D4-AAB0421F2CB1}" dt="2026-02-26T13:53:13.408" v="1694" actId="14100"/>
          <ac:spMkLst>
            <pc:docMk/>
            <pc:sldMk cId="3094545759" sldId="273"/>
            <ac:spMk id="7" creationId="{74D1C92D-05A4-5D48-B36C-3D08D632AF60}"/>
          </ac:spMkLst>
        </pc:spChg>
        <pc:spChg chg="add del">
          <ac:chgData name="Maite" userId="e39ee39b-8feb-4631-9f68-d509c9a9f4c6" providerId="ADAL" clId="{1863AED9-D848-254C-94D4-AAB0421F2CB1}" dt="2026-02-26T13:33:13.908" v="1336" actId="478"/>
          <ac:spMkLst>
            <pc:docMk/>
            <pc:sldMk cId="3094545759" sldId="273"/>
            <ac:spMk id="8" creationId="{863F6B7C-330F-C04D-9587-AA742ED5903F}"/>
          </ac:spMkLst>
        </pc:spChg>
        <pc:spChg chg="add">
          <ac:chgData name="Maite" userId="e39ee39b-8feb-4631-9f68-d509c9a9f4c6" providerId="ADAL" clId="{1863AED9-D848-254C-94D4-AAB0421F2CB1}" dt="2026-02-26T13:33:14.458" v="1337"/>
          <ac:spMkLst>
            <pc:docMk/>
            <pc:sldMk cId="3094545759" sldId="273"/>
            <ac:spMk id="10" creationId="{2A6CB7F3-B810-2845-970B-30A633683366}"/>
          </ac:spMkLst>
        </pc:spChg>
        <pc:spChg chg="del mod">
          <ac:chgData name="Maite" userId="e39ee39b-8feb-4631-9f68-d509c9a9f4c6" providerId="ADAL" clId="{1863AED9-D848-254C-94D4-AAB0421F2CB1}" dt="2026-02-26T13:29:37.111" v="1288" actId="478"/>
          <ac:spMkLst>
            <pc:docMk/>
            <pc:sldMk cId="3094545759" sldId="273"/>
            <ac:spMk id="12" creationId="{51C9942B-0A87-DD42-BC8A-4FE73ECEC448}"/>
          </ac:spMkLst>
        </pc:spChg>
        <pc:graphicFrameChg chg="mod">
          <ac:chgData name="Maite" userId="e39ee39b-8feb-4631-9f68-d509c9a9f4c6" providerId="ADAL" clId="{1863AED9-D848-254C-94D4-AAB0421F2CB1}" dt="2026-02-26T15:41:37.921" v="2330" actId="208"/>
          <ac:graphicFrameMkLst>
            <pc:docMk/>
            <pc:sldMk cId="3094545759" sldId="273"/>
            <ac:graphicFrameMk id="3" creationId="{8620498E-07F2-B011-85D2-9CA9740B5DAE}"/>
          </ac:graphicFrameMkLst>
        </pc:graphicFrameChg>
        <pc:cxnChg chg="add del">
          <ac:chgData name="Maite" userId="e39ee39b-8feb-4631-9f68-d509c9a9f4c6" providerId="ADAL" clId="{1863AED9-D848-254C-94D4-AAB0421F2CB1}" dt="2026-02-26T13:33:13.908" v="1336" actId="478"/>
          <ac:cxnSpMkLst>
            <pc:docMk/>
            <pc:sldMk cId="3094545759" sldId="273"/>
            <ac:cxnSpMk id="9" creationId="{E1F3A660-9C6C-734F-9964-2B1F259EA6AB}"/>
          </ac:cxnSpMkLst>
        </pc:cxnChg>
        <pc:cxnChg chg="add">
          <ac:chgData name="Maite" userId="e39ee39b-8feb-4631-9f68-d509c9a9f4c6" providerId="ADAL" clId="{1863AED9-D848-254C-94D4-AAB0421F2CB1}" dt="2026-02-26T13:33:14.458" v="1337"/>
          <ac:cxnSpMkLst>
            <pc:docMk/>
            <pc:sldMk cId="3094545759" sldId="273"/>
            <ac:cxnSpMk id="11" creationId="{AFD02F58-E9DA-164F-AF48-6715EF0D1C80}"/>
          </ac:cxnSpMkLst>
        </pc:cxnChg>
      </pc:sldChg>
      <pc:sldChg chg="addSp delSp modSp mod modClrScheme chgLayout">
        <pc:chgData name="Maite" userId="e39ee39b-8feb-4631-9f68-d509c9a9f4c6" providerId="ADAL" clId="{1863AED9-D848-254C-94D4-AAB0421F2CB1}" dt="2026-02-26T15:41:57.115" v="2334" actId="208"/>
        <pc:sldMkLst>
          <pc:docMk/>
          <pc:sldMk cId="942651061" sldId="276"/>
        </pc:sldMkLst>
        <pc:spChg chg="del mod">
          <ac:chgData name="Maite" userId="e39ee39b-8feb-4631-9f68-d509c9a9f4c6" providerId="ADAL" clId="{1863AED9-D848-254C-94D4-AAB0421F2CB1}" dt="2026-02-26T13:30:33.773" v="1303" actId="478"/>
          <ac:spMkLst>
            <pc:docMk/>
            <pc:sldMk cId="942651061" sldId="276"/>
            <ac:spMk id="2" creationId="{E1AAF08B-AB44-6547-891C-337A413BF743}"/>
          </ac:spMkLst>
        </pc:spChg>
        <pc:spChg chg="del mod">
          <ac:chgData name="Maite" userId="e39ee39b-8feb-4631-9f68-d509c9a9f4c6" providerId="ADAL" clId="{1863AED9-D848-254C-94D4-AAB0421F2CB1}" dt="2026-02-26T13:30:33.773" v="1303" actId="478"/>
          <ac:spMkLst>
            <pc:docMk/>
            <pc:sldMk cId="942651061" sldId="276"/>
            <ac:spMk id="5" creationId="{4542C7C5-2210-1A41-9098-AAEB1E779BF3}"/>
          </ac:spMkLst>
        </pc:spChg>
        <pc:spChg chg="add del mod">
          <ac:chgData name="Maite" userId="e39ee39b-8feb-4631-9f68-d509c9a9f4c6" providerId="ADAL" clId="{1863AED9-D848-254C-94D4-AAB0421F2CB1}" dt="2026-02-26T13:30:14.427" v="1296" actId="478"/>
          <ac:spMkLst>
            <pc:docMk/>
            <pc:sldMk cId="942651061" sldId="276"/>
            <ac:spMk id="7" creationId="{BE6D4BB8-C7CF-214B-9E77-0147BAD19519}"/>
          </ac:spMkLst>
        </pc:spChg>
        <pc:spChg chg="add mod">
          <ac:chgData name="Maite" userId="e39ee39b-8feb-4631-9f68-d509c9a9f4c6" providerId="ADAL" clId="{1863AED9-D848-254C-94D4-AAB0421F2CB1}" dt="2026-02-26T13:53:19.632" v="1697" actId="14100"/>
          <ac:spMkLst>
            <pc:docMk/>
            <pc:sldMk cId="942651061" sldId="276"/>
            <ac:spMk id="8" creationId="{63ED920A-7747-424A-8DBB-ACE77DFA1BAF}"/>
          </ac:spMkLst>
        </pc:spChg>
        <pc:spChg chg="add del">
          <ac:chgData name="Maite" userId="e39ee39b-8feb-4631-9f68-d509c9a9f4c6" providerId="ADAL" clId="{1863AED9-D848-254C-94D4-AAB0421F2CB1}" dt="2026-02-26T13:33:17.245" v="1338" actId="478"/>
          <ac:spMkLst>
            <pc:docMk/>
            <pc:sldMk cId="942651061" sldId="276"/>
            <ac:spMk id="9" creationId="{8C77CF1A-4CFD-2E4F-9641-A2A63CE1BD4F}"/>
          </ac:spMkLst>
        </pc:spChg>
        <pc:spChg chg="del mod">
          <ac:chgData name="Maite" userId="e39ee39b-8feb-4631-9f68-d509c9a9f4c6" providerId="ADAL" clId="{1863AED9-D848-254C-94D4-AAB0421F2CB1}" dt="2026-02-26T13:30:33.773" v="1303" actId="478"/>
          <ac:spMkLst>
            <pc:docMk/>
            <pc:sldMk cId="942651061" sldId="276"/>
            <ac:spMk id="10" creationId="{81EF5EB6-A374-6E4C-A01F-215B45818173}"/>
          </ac:spMkLst>
        </pc:spChg>
        <pc:spChg chg="add mod">
          <ac:chgData name="Maite" userId="e39ee39b-8feb-4631-9f68-d509c9a9f4c6" providerId="ADAL" clId="{1863AED9-D848-254C-94D4-AAB0421F2CB1}" dt="2026-02-26T14:06:26.505" v="1965" actId="1036"/>
          <ac:spMkLst>
            <pc:docMk/>
            <pc:sldMk cId="942651061" sldId="276"/>
            <ac:spMk id="12" creationId="{03C1FB46-6101-4741-9416-8910EA781D22}"/>
          </ac:spMkLst>
        </pc:spChg>
        <pc:spChg chg="add">
          <ac:chgData name="Maite" userId="e39ee39b-8feb-4631-9f68-d509c9a9f4c6" providerId="ADAL" clId="{1863AED9-D848-254C-94D4-AAB0421F2CB1}" dt="2026-02-26T13:33:17.813" v="1339"/>
          <ac:spMkLst>
            <pc:docMk/>
            <pc:sldMk cId="942651061" sldId="276"/>
            <ac:spMk id="13" creationId="{8067CD84-FD99-B141-8F90-BB914E2963DB}"/>
          </ac:spMkLst>
        </pc:spChg>
        <pc:graphicFrameChg chg="mod">
          <ac:chgData name="Maite" userId="e39ee39b-8feb-4631-9f68-d509c9a9f4c6" providerId="ADAL" clId="{1863AED9-D848-254C-94D4-AAB0421F2CB1}" dt="2026-02-26T15:41:57.115" v="2334" actId="208"/>
          <ac:graphicFrameMkLst>
            <pc:docMk/>
            <pc:sldMk cId="942651061" sldId="276"/>
            <ac:graphicFrameMk id="6" creationId="{7B02445D-957A-CA43-B38D-2DE253B524F2}"/>
          </ac:graphicFrameMkLst>
        </pc:graphicFrameChg>
        <pc:graphicFrameChg chg="del">
          <ac:chgData name="Maite" userId="e39ee39b-8feb-4631-9f68-d509c9a9f4c6" providerId="ADAL" clId="{1863AED9-D848-254C-94D4-AAB0421F2CB1}" dt="2026-02-26T13:30:45.859" v="1307" actId="478"/>
          <ac:graphicFrameMkLst>
            <pc:docMk/>
            <pc:sldMk cId="942651061" sldId="276"/>
            <ac:graphicFrameMk id="14" creationId="{081815C8-0637-D0A4-9795-195813DF5055}"/>
          </ac:graphicFrameMkLst>
        </pc:graphicFrameChg>
        <pc:cxnChg chg="add del">
          <ac:chgData name="Maite" userId="e39ee39b-8feb-4631-9f68-d509c9a9f4c6" providerId="ADAL" clId="{1863AED9-D848-254C-94D4-AAB0421F2CB1}" dt="2026-02-26T13:33:17.245" v="1338" actId="478"/>
          <ac:cxnSpMkLst>
            <pc:docMk/>
            <pc:sldMk cId="942651061" sldId="276"/>
            <ac:cxnSpMk id="11" creationId="{0ABEDBE6-3870-3441-8CF4-9DF90A77EC87}"/>
          </ac:cxnSpMkLst>
        </pc:cxnChg>
        <pc:cxnChg chg="add">
          <ac:chgData name="Maite" userId="e39ee39b-8feb-4631-9f68-d509c9a9f4c6" providerId="ADAL" clId="{1863AED9-D848-254C-94D4-AAB0421F2CB1}" dt="2026-02-26T13:33:17.813" v="1339"/>
          <ac:cxnSpMkLst>
            <pc:docMk/>
            <pc:sldMk cId="942651061" sldId="276"/>
            <ac:cxnSpMk id="15" creationId="{EAD83482-5576-1E4E-BA7B-230952FED0A0}"/>
          </ac:cxnSpMkLst>
        </pc:cxnChg>
      </pc:sldChg>
      <pc:sldChg chg="addSp delSp modSp mod modClrScheme chgLayout">
        <pc:chgData name="Maite" userId="e39ee39b-8feb-4631-9f68-d509c9a9f4c6" providerId="ADAL" clId="{1863AED9-D848-254C-94D4-AAB0421F2CB1}" dt="2026-02-26T15:40:07.808" v="2312" actId="207"/>
        <pc:sldMkLst>
          <pc:docMk/>
          <pc:sldMk cId="2142191861" sldId="278"/>
        </pc:sldMkLst>
        <pc:spChg chg="del mod">
          <ac:chgData name="Maite" userId="e39ee39b-8feb-4631-9f68-d509c9a9f4c6" providerId="ADAL" clId="{1863AED9-D848-254C-94D4-AAB0421F2CB1}" dt="2026-02-26T13:33:39.561" v="1347" actId="478"/>
          <ac:spMkLst>
            <pc:docMk/>
            <pc:sldMk cId="2142191861" sldId="278"/>
            <ac:spMk id="2" creationId="{E1AAF08B-AB44-6547-891C-337A413BF743}"/>
          </ac:spMkLst>
        </pc:spChg>
        <pc:spChg chg="del mod">
          <ac:chgData name="Maite" userId="e39ee39b-8feb-4631-9f68-d509c9a9f4c6" providerId="ADAL" clId="{1863AED9-D848-254C-94D4-AAB0421F2CB1}" dt="2026-02-26T13:33:39.561" v="1347" actId="478"/>
          <ac:spMkLst>
            <pc:docMk/>
            <pc:sldMk cId="2142191861" sldId="278"/>
            <ac:spMk id="5" creationId="{4542C7C5-2210-1A41-9098-AAEB1E779BF3}"/>
          </ac:spMkLst>
        </pc:spChg>
        <pc:spChg chg="add">
          <ac:chgData name="Maite" userId="e39ee39b-8feb-4631-9f68-d509c9a9f4c6" providerId="ADAL" clId="{1863AED9-D848-254C-94D4-AAB0421F2CB1}" dt="2026-02-26T13:33:19.093" v="1340"/>
          <ac:spMkLst>
            <pc:docMk/>
            <pc:sldMk cId="2142191861" sldId="278"/>
            <ac:spMk id="7" creationId="{DEECDE6E-1127-984C-8652-A26F43FF71DA}"/>
          </ac:spMkLst>
        </pc:spChg>
        <pc:spChg chg="add mod">
          <ac:chgData name="Maite" userId="e39ee39b-8feb-4631-9f68-d509c9a9f4c6" providerId="ADAL" clId="{1863AED9-D848-254C-94D4-AAB0421F2CB1}" dt="2026-02-26T13:51:32.450" v="1661" actId="108"/>
          <ac:spMkLst>
            <pc:docMk/>
            <pc:sldMk cId="2142191861" sldId="278"/>
            <ac:spMk id="9" creationId="{CD50BC45-05BE-6147-967C-06298643D7F7}"/>
          </ac:spMkLst>
        </pc:spChg>
        <pc:spChg chg="del mod">
          <ac:chgData name="Maite" userId="e39ee39b-8feb-4631-9f68-d509c9a9f4c6" providerId="ADAL" clId="{1863AED9-D848-254C-94D4-AAB0421F2CB1}" dt="2026-02-26T13:33:39.561" v="1347" actId="478"/>
          <ac:spMkLst>
            <pc:docMk/>
            <pc:sldMk cId="2142191861" sldId="278"/>
            <ac:spMk id="10" creationId="{FC296AB2-C9C6-9D48-8A60-E6E82B08ACEF}"/>
          </ac:spMkLst>
        </pc:spChg>
        <pc:spChg chg="add mod">
          <ac:chgData name="Maite" userId="e39ee39b-8feb-4631-9f68-d509c9a9f4c6" providerId="ADAL" clId="{1863AED9-D848-254C-94D4-AAB0421F2CB1}" dt="2026-02-26T14:06:18.915" v="1939" actId="1036"/>
          <ac:spMkLst>
            <pc:docMk/>
            <pc:sldMk cId="2142191861" sldId="278"/>
            <ac:spMk id="11" creationId="{5FF14BF2-5CF2-2D4B-B699-5FCF7C6C4321}"/>
          </ac:spMkLst>
        </pc:spChg>
        <pc:graphicFrameChg chg="mod">
          <ac:chgData name="Maite" userId="e39ee39b-8feb-4631-9f68-d509c9a9f4c6" providerId="ADAL" clId="{1863AED9-D848-254C-94D4-AAB0421F2CB1}" dt="2026-02-26T15:40:07.808" v="2312" actId="207"/>
          <ac:graphicFrameMkLst>
            <pc:docMk/>
            <pc:sldMk cId="2142191861" sldId="278"/>
            <ac:graphicFrameMk id="6" creationId="{C98868EB-8CB2-2A47-A60E-C9D87CA8008D}"/>
          </ac:graphicFrameMkLst>
        </pc:graphicFrameChg>
        <pc:cxnChg chg="add">
          <ac:chgData name="Maite" userId="e39ee39b-8feb-4631-9f68-d509c9a9f4c6" providerId="ADAL" clId="{1863AED9-D848-254C-94D4-AAB0421F2CB1}" dt="2026-02-26T13:33:19.093" v="1340"/>
          <ac:cxnSpMkLst>
            <pc:docMk/>
            <pc:sldMk cId="2142191861" sldId="278"/>
            <ac:cxnSpMk id="8" creationId="{AC7D9FDB-DA78-014A-8A17-0BC7BB1C8ACE}"/>
          </ac:cxnSpMkLst>
        </pc:cxnChg>
      </pc:sldChg>
      <pc:sldChg chg="del">
        <pc:chgData name="Maite" userId="e39ee39b-8feb-4631-9f68-d509c9a9f4c6" providerId="ADAL" clId="{1863AED9-D848-254C-94D4-AAB0421F2CB1}" dt="2026-02-26T13:03:54.637" v="729" actId="2696"/>
        <pc:sldMkLst>
          <pc:docMk/>
          <pc:sldMk cId="2195567013" sldId="281"/>
        </pc:sldMkLst>
      </pc:sldChg>
      <pc:sldChg chg="addSp delSp modSp mod modClrScheme chgLayout">
        <pc:chgData name="Maite" userId="e39ee39b-8feb-4631-9f68-d509c9a9f4c6" providerId="ADAL" clId="{1863AED9-D848-254C-94D4-AAB0421F2CB1}" dt="2026-02-26T15:40:13.157" v="2313" actId="207"/>
        <pc:sldMkLst>
          <pc:docMk/>
          <pc:sldMk cId="1794738533" sldId="282"/>
        </pc:sldMkLst>
        <pc:spChg chg="del mod">
          <ac:chgData name="Maite" userId="e39ee39b-8feb-4631-9f68-d509c9a9f4c6" providerId="ADAL" clId="{1863AED9-D848-254C-94D4-AAB0421F2CB1}" dt="2026-02-26T13:35:13.810" v="1382" actId="478"/>
          <ac:spMkLst>
            <pc:docMk/>
            <pc:sldMk cId="1794738533" sldId="282"/>
            <ac:spMk id="2" creationId="{E1AAF08B-AB44-6547-891C-337A413BF743}"/>
          </ac:spMkLst>
        </pc:spChg>
        <pc:spChg chg="del mod">
          <ac:chgData name="Maite" userId="e39ee39b-8feb-4631-9f68-d509c9a9f4c6" providerId="ADAL" clId="{1863AED9-D848-254C-94D4-AAB0421F2CB1}" dt="2026-02-26T13:35:13.810" v="1382" actId="478"/>
          <ac:spMkLst>
            <pc:docMk/>
            <pc:sldMk cId="1794738533" sldId="282"/>
            <ac:spMk id="5" creationId="{4542C7C5-2210-1A41-9098-AAEB1E779BF3}"/>
          </ac:spMkLst>
        </pc:spChg>
        <pc:spChg chg="add mod">
          <ac:chgData name="Maite" userId="e39ee39b-8feb-4631-9f68-d509c9a9f4c6" providerId="ADAL" clId="{1863AED9-D848-254C-94D4-AAB0421F2CB1}" dt="2026-02-26T13:34:58.459" v="1379" actId="20577"/>
          <ac:spMkLst>
            <pc:docMk/>
            <pc:sldMk cId="1794738533" sldId="282"/>
            <ac:spMk id="7" creationId="{DE9853BA-1BE6-104B-A32E-E7A27E2F5F49}"/>
          </ac:spMkLst>
        </pc:spChg>
        <pc:spChg chg="add mod">
          <ac:chgData name="Maite" userId="e39ee39b-8feb-4631-9f68-d509c9a9f4c6" providerId="ADAL" clId="{1863AED9-D848-254C-94D4-AAB0421F2CB1}" dt="2026-02-26T13:51:27.251" v="1659" actId="108"/>
          <ac:spMkLst>
            <pc:docMk/>
            <pc:sldMk cId="1794738533" sldId="282"/>
            <ac:spMk id="9" creationId="{49DD1442-3A12-5A4E-91A1-61B044E9AABD}"/>
          </ac:spMkLst>
        </pc:spChg>
        <pc:spChg chg="add mod">
          <ac:chgData name="Maite" userId="e39ee39b-8feb-4631-9f68-d509c9a9f4c6" providerId="ADAL" clId="{1863AED9-D848-254C-94D4-AAB0421F2CB1}" dt="2026-02-26T14:06:11.413" v="1917" actId="1036"/>
          <ac:spMkLst>
            <pc:docMk/>
            <pc:sldMk cId="1794738533" sldId="282"/>
            <ac:spMk id="10" creationId="{5BF6799D-0ACB-DB4F-B897-B951111E553F}"/>
          </ac:spMkLst>
        </pc:spChg>
        <pc:spChg chg="del">
          <ac:chgData name="Maite" userId="e39ee39b-8feb-4631-9f68-d509c9a9f4c6" providerId="ADAL" clId="{1863AED9-D848-254C-94D4-AAB0421F2CB1}" dt="2026-02-26T13:34:49.323" v="1363" actId="478"/>
          <ac:spMkLst>
            <pc:docMk/>
            <pc:sldMk cId="1794738533" sldId="282"/>
            <ac:spMk id="14" creationId="{2D38D1C3-4EEA-BE4B-AD55-7887288761F2}"/>
          </ac:spMkLst>
        </pc:spChg>
        <pc:graphicFrameChg chg="mod">
          <ac:chgData name="Maite" userId="e39ee39b-8feb-4631-9f68-d509c9a9f4c6" providerId="ADAL" clId="{1863AED9-D848-254C-94D4-AAB0421F2CB1}" dt="2026-02-26T15:40:13.157" v="2313" actId="207"/>
          <ac:graphicFrameMkLst>
            <pc:docMk/>
            <pc:sldMk cId="1794738533" sldId="282"/>
            <ac:graphicFrameMk id="6" creationId="{CB9244EF-91D2-1A43-9AE6-712A29145EA8}"/>
          </ac:graphicFrameMkLst>
        </pc:graphicFrameChg>
        <pc:cxnChg chg="add mod">
          <ac:chgData name="Maite" userId="e39ee39b-8feb-4631-9f68-d509c9a9f4c6" providerId="ADAL" clId="{1863AED9-D848-254C-94D4-AAB0421F2CB1}" dt="2026-02-26T13:35:02.900" v="1380" actId="14100"/>
          <ac:cxnSpMkLst>
            <pc:docMk/>
            <pc:sldMk cId="1794738533" sldId="282"/>
            <ac:cxnSpMk id="8" creationId="{6B1FA10C-4DC1-014D-AADC-9F1EFB9B1EDE}"/>
          </ac:cxnSpMkLst>
        </pc:cxnChg>
      </pc:sldChg>
      <pc:sldChg chg="addSp delSp modSp mod modClrScheme chgLayout">
        <pc:chgData name="Maite" userId="e39ee39b-8feb-4631-9f68-d509c9a9f4c6" providerId="ADAL" clId="{1863AED9-D848-254C-94D4-AAB0421F2CB1}" dt="2026-02-26T15:40:16.619" v="2314" actId="207"/>
        <pc:sldMkLst>
          <pc:docMk/>
          <pc:sldMk cId="634277675" sldId="283"/>
        </pc:sldMkLst>
        <pc:spChg chg="del mod">
          <ac:chgData name="Maite" userId="e39ee39b-8feb-4631-9f68-d509c9a9f4c6" providerId="ADAL" clId="{1863AED9-D848-254C-94D4-AAB0421F2CB1}" dt="2026-02-26T13:36:03.820" v="1400" actId="478"/>
          <ac:spMkLst>
            <pc:docMk/>
            <pc:sldMk cId="634277675" sldId="283"/>
            <ac:spMk id="2" creationId="{E1AAF08B-AB44-6547-891C-337A413BF743}"/>
          </ac:spMkLst>
        </pc:spChg>
        <pc:spChg chg="del mod">
          <ac:chgData name="Maite" userId="e39ee39b-8feb-4631-9f68-d509c9a9f4c6" providerId="ADAL" clId="{1863AED9-D848-254C-94D4-AAB0421F2CB1}" dt="2026-02-26T13:36:03.820" v="1400" actId="478"/>
          <ac:spMkLst>
            <pc:docMk/>
            <pc:sldMk cId="634277675" sldId="283"/>
            <ac:spMk id="5" creationId="{4542C7C5-2210-1A41-9098-AAEB1E779BF3}"/>
          </ac:spMkLst>
        </pc:spChg>
        <pc:spChg chg="add">
          <ac:chgData name="Maite" userId="e39ee39b-8feb-4631-9f68-d509c9a9f4c6" providerId="ADAL" clId="{1863AED9-D848-254C-94D4-AAB0421F2CB1}" dt="2026-02-26T13:35:39.036" v="1389"/>
          <ac:spMkLst>
            <pc:docMk/>
            <pc:sldMk cId="634277675" sldId="283"/>
            <ac:spMk id="7" creationId="{C7C647BD-CA7B-E344-A94F-3B2B464B4502}"/>
          </ac:spMkLst>
        </pc:spChg>
        <pc:spChg chg="add mod">
          <ac:chgData name="Maite" userId="e39ee39b-8feb-4631-9f68-d509c9a9f4c6" providerId="ADAL" clId="{1863AED9-D848-254C-94D4-AAB0421F2CB1}" dt="2026-02-26T13:53:29.844" v="1698" actId="14100"/>
          <ac:spMkLst>
            <pc:docMk/>
            <pc:sldMk cId="634277675" sldId="283"/>
            <ac:spMk id="9" creationId="{8CA1082F-D396-2044-AB58-CA5944D29C8C}"/>
          </ac:spMkLst>
        </pc:spChg>
        <pc:spChg chg="add del">
          <ac:chgData name="Maite" userId="e39ee39b-8feb-4631-9f68-d509c9a9f4c6" providerId="ADAL" clId="{1863AED9-D848-254C-94D4-AAB0421F2CB1}" dt="2026-02-26T13:35:46.728" v="1392" actId="478"/>
          <ac:spMkLst>
            <pc:docMk/>
            <pc:sldMk cId="634277675" sldId="283"/>
            <ac:spMk id="11" creationId="{583E4C5F-7CF8-8448-877E-DF98AB63E20C}"/>
          </ac:spMkLst>
        </pc:spChg>
        <pc:spChg chg="add mod">
          <ac:chgData name="Maite" userId="e39ee39b-8feb-4631-9f68-d509c9a9f4c6" providerId="ADAL" clId="{1863AED9-D848-254C-94D4-AAB0421F2CB1}" dt="2026-02-26T14:06:03.414" v="1903" actId="1036"/>
          <ac:spMkLst>
            <pc:docMk/>
            <pc:sldMk cId="634277675" sldId="283"/>
            <ac:spMk id="12" creationId="{BBF40DDD-C75E-6F41-A764-E0B9BADC8542}"/>
          </ac:spMkLst>
        </pc:spChg>
        <pc:spChg chg="del mod">
          <ac:chgData name="Maite" userId="e39ee39b-8feb-4631-9f68-d509c9a9f4c6" providerId="ADAL" clId="{1863AED9-D848-254C-94D4-AAB0421F2CB1}" dt="2026-02-26T13:36:00.845" v="1399" actId="478"/>
          <ac:spMkLst>
            <pc:docMk/>
            <pc:sldMk cId="634277675" sldId="283"/>
            <ac:spMk id="16" creationId="{9F7EBF89-1141-1543-92AF-1D00A215A350}"/>
          </ac:spMkLst>
        </pc:spChg>
        <pc:graphicFrameChg chg="mod">
          <ac:chgData name="Maite" userId="e39ee39b-8feb-4631-9f68-d509c9a9f4c6" providerId="ADAL" clId="{1863AED9-D848-254C-94D4-AAB0421F2CB1}" dt="2026-02-26T15:40:16.619" v="2314" actId="207"/>
          <ac:graphicFrameMkLst>
            <pc:docMk/>
            <pc:sldMk cId="634277675" sldId="283"/>
            <ac:graphicFrameMk id="6" creationId="{97AB06AE-5A09-4D40-BAA2-7E2B1EFF042E}"/>
          </ac:graphicFrameMkLst>
        </pc:graphicFrameChg>
        <pc:graphicFrameChg chg="del">
          <ac:chgData name="Maite" userId="e39ee39b-8feb-4631-9f68-d509c9a9f4c6" providerId="ADAL" clId="{1863AED9-D848-254C-94D4-AAB0421F2CB1}" dt="2026-02-26T13:36:07.519" v="1401" actId="478"/>
          <ac:graphicFrameMkLst>
            <pc:docMk/>
            <pc:sldMk cId="634277675" sldId="283"/>
            <ac:graphicFrameMk id="10" creationId="{1B73E0CB-F86A-2146-9D7C-83BD41D799C4}"/>
          </ac:graphicFrameMkLst>
        </pc:graphicFrameChg>
        <pc:cxnChg chg="add">
          <ac:chgData name="Maite" userId="e39ee39b-8feb-4631-9f68-d509c9a9f4c6" providerId="ADAL" clId="{1863AED9-D848-254C-94D4-AAB0421F2CB1}" dt="2026-02-26T13:35:39.036" v="1389"/>
          <ac:cxnSpMkLst>
            <pc:docMk/>
            <pc:sldMk cId="634277675" sldId="283"/>
            <ac:cxnSpMk id="8" creationId="{A6D46230-1F4E-8B4A-B76E-817C34890F77}"/>
          </ac:cxnSpMkLst>
        </pc:cxnChg>
      </pc:sldChg>
      <pc:sldChg chg="addSp delSp modSp mod modClrScheme chgLayout">
        <pc:chgData name="Maite" userId="e39ee39b-8feb-4631-9f68-d509c9a9f4c6" providerId="ADAL" clId="{1863AED9-D848-254C-94D4-AAB0421F2CB1}" dt="2026-02-26T15:43:06.608" v="2344" actId="208"/>
        <pc:sldMkLst>
          <pc:docMk/>
          <pc:sldMk cId="1022500339" sldId="286"/>
        </pc:sldMkLst>
        <pc:spChg chg="del mod">
          <ac:chgData name="Maite" userId="e39ee39b-8feb-4631-9f68-d509c9a9f4c6" providerId="ADAL" clId="{1863AED9-D848-254C-94D4-AAB0421F2CB1}" dt="2026-02-26T13:37:02.798" v="1411" actId="478"/>
          <ac:spMkLst>
            <pc:docMk/>
            <pc:sldMk cId="1022500339" sldId="286"/>
            <ac:spMk id="2" creationId="{E1AAF08B-AB44-6547-891C-337A413BF743}"/>
          </ac:spMkLst>
        </pc:spChg>
        <pc:spChg chg="del mod">
          <ac:chgData name="Maite" userId="e39ee39b-8feb-4631-9f68-d509c9a9f4c6" providerId="ADAL" clId="{1863AED9-D848-254C-94D4-AAB0421F2CB1}" dt="2026-02-26T13:37:02.798" v="1411" actId="478"/>
          <ac:spMkLst>
            <pc:docMk/>
            <pc:sldMk cId="1022500339" sldId="286"/>
            <ac:spMk id="5" creationId="{4542C7C5-2210-1A41-9098-AAEB1E779BF3}"/>
          </ac:spMkLst>
        </pc:spChg>
        <pc:spChg chg="add">
          <ac:chgData name="Maite" userId="e39ee39b-8feb-4631-9f68-d509c9a9f4c6" providerId="ADAL" clId="{1863AED9-D848-254C-94D4-AAB0421F2CB1}" dt="2026-02-26T13:36:53.367" v="1406"/>
          <ac:spMkLst>
            <pc:docMk/>
            <pc:sldMk cId="1022500339" sldId="286"/>
            <ac:spMk id="6" creationId="{FDB511EE-6195-9A4C-AEB7-F1A32771627E}"/>
          </ac:spMkLst>
        </pc:spChg>
        <pc:spChg chg="add mod">
          <ac:chgData name="Maite" userId="e39ee39b-8feb-4631-9f68-d509c9a9f4c6" providerId="ADAL" clId="{1863AED9-D848-254C-94D4-AAB0421F2CB1}" dt="2026-02-26T13:53:51.551" v="1701" actId="14100"/>
          <ac:spMkLst>
            <pc:docMk/>
            <pc:sldMk cId="1022500339" sldId="286"/>
            <ac:spMk id="8" creationId="{A1536D43-5191-5A4D-BA62-0FCD6A86DBFE}"/>
          </ac:spMkLst>
        </pc:spChg>
        <pc:spChg chg="add mod">
          <ac:chgData name="Maite" userId="e39ee39b-8feb-4631-9f68-d509c9a9f4c6" providerId="ADAL" clId="{1863AED9-D848-254C-94D4-AAB0421F2CB1}" dt="2026-02-26T14:04:57.745" v="1863" actId="1036"/>
          <ac:spMkLst>
            <pc:docMk/>
            <pc:sldMk cId="1022500339" sldId="286"/>
            <ac:spMk id="9" creationId="{B5CFF9D5-74B7-A54F-8E59-F95325E4C2F6}"/>
          </ac:spMkLst>
        </pc:spChg>
        <pc:spChg chg="del mod">
          <ac:chgData name="Maite" userId="e39ee39b-8feb-4631-9f68-d509c9a9f4c6" providerId="ADAL" clId="{1863AED9-D848-254C-94D4-AAB0421F2CB1}" dt="2026-02-26T13:37:09.009" v="1414" actId="478"/>
          <ac:spMkLst>
            <pc:docMk/>
            <pc:sldMk cId="1022500339" sldId="286"/>
            <ac:spMk id="16" creationId="{9F7EBF89-1141-1543-92AF-1D00A215A350}"/>
          </ac:spMkLst>
        </pc:spChg>
        <pc:graphicFrameChg chg="mod">
          <ac:chgData name="Maite" userId="e39ee39b-8feb-4631-9f68-d509c9a9f4c6" providerId="ADAL" clId="{1863AED9-D848-254C-94D4-AAB0421F2CB1}" dt="2026-02-26T15:43:06.608" v="2344" actId="208"/>
          <ac:graphicFrameMkLst>
            <pc:docMk/>
            <pc:sldMk cId="1022500339" sldId="286"/>
            <ac:graphicFrameMk id="3" creationId="{647BC515-2821-5281-3616-22F6A4BE92A3}"/>
          </ac:graphicFrameMkLst>
        </pc:graphicFrameChg>
        <pc:picChg chg="add">
          <ac:chgData name="Maite" userId="e39ee39b-8feb-4631-9f68-d509c9a9f4c6" providerId="ADAL" clId="{1863AED9-D848-254C-94D4-AAB0421F2CB1}" dt="2026-02-26T15:42:16.559" v="2336"/>
          <ac:picMkLst>
            <pc:docMk/>
            <pc:sldMk cId="1022500339" sldId="286"/>
            <ac:picMk id="10" creationId="{93731680-81CE-6D4B-B9B0-8322B4A5D57D}"/>
          </ac:picMkLst>
        </pc:picChg>
        <pc:cxnChg chg="add">
          <ac:chgData name="Maite" userId="e39ee39b-8feb-4631-9f68-d509c9a9f4c6" providerId="ADAL" clId="{1863AED9-D848-254C-94D4-AAB0421F2CB1}" dt="2026-02-26T13:36:53.367" v="1406"/>
          <ac:cxnSpMkLst>
            <pc:docMk/>
            <pc:sldMk cId="1022500339" sldId="286"/>
            <ac:cxnSpMk id="7" creationId="{B3362BF6-24AF-0C4D-91B8-B0841AA98EDA}"/>
          </ac:cxnSpMkLst>
        </pc:cxnChg>
      </pc:sldChg>
      <pc:sldChg chg="addSp delSp modSp mod modClrScheme chgLayout">
        <pc:chgData name="Maite" userId="e39ee39b-8feb-4631-9f68-d509c9a9f4c6" providerId="ADAL" clId="{1863AED9-D848-254C-94D4-AAB0421F2CB1}" dt="2026-02-26T15:44:47.831" v="2361" actId="207"/>
        <pc:sldMkLst>
          <pc:docMk/>
          <pc:sldMk cId="108231340" sldId="288"/>
        </pc:sldMkLst>
        <pc:spChg chg="del mod">
          <ac:chgData name="Maite" userId="e39ee39b-8feb-4631-9f68-d509c9a9f4c6" providerId="ADAL" clId="{1863AED9-D848-254C-94D4-AAB0421F2CB1}" dt="2026-02-26T13:38:09.548" v="1429" actId="478"/>
          <ac:spMkLst>
            <pc:docMk/>
            <pc:sldMk cId="108231340" sldId="288"/>
            <ac:spMk id="2" creationId="{E1AAF08B-AB44-6547-891C-337A413BF743}"/>
          </ac:spMkLst>
        </pc:spChg>
        <pc:spChg chg="del">
          <ac:chgData name="Maite" userId="e39ee39b-8feb-4631-9f68-d509c9a9f4c6" providerId="ADAL" clId="{1863AED9-D848-254C-94D4-AAB0421F2CB1}" dt="2026-02-26T13:38:14.110" v="1430" actId="478"/>
          <ac:spMkLst>
            <pc:docMk/>
            <pc:sldMk cId="108231340" sldId="288"/>
            <ac:spMk id="3" creationId="{E864A4F4-DAF2-264A-9791-9C4A35C89699}"/>
          </ac:spMkLst>
        </pc:spChg>
        <pc:spChg chg="del mod">
          <ac:chgData name="Maite" userId="e39ee39b-8feb-4631-9f68-d509c9a9f4c6" providerId="ADAL" clId="{1863AED9-D848-254C-94D4-AAB0421F2CB1}" dt="2026-02-26T13:38:09.548" v="1429" actId="478"/>
          <ac:spMkLst>
            <pc:docMk/>
            <pc:sldMk cId="108231340" sldId="288"/>
            <ac:spMk id="5" creationId="{4542C7C5-2210-1A41-9098-AAEB1E779BF3}"/>
          </ac:spMkLst>
        </pc:spChg>
        <pc:spChg chg="mod">
          <ac:chgData name="Maite" userId="e39ee39b-8feb-4631-9f68-d509c9a9f4c6" providerId="ADAL" clId="{1863AED9-D848-254C-94D4-AAB0421F2CB1}" dt="2026-02-26T13:38:52.876" v="1446" actId="14100"/>
          <ac:spMkLst>
            <pc:docMk/>
            <pc:sldMk cId="108231340" sldId="288"/>
            <ac:spMk id="6" creationId="{3A01780D-5A4A-7945-8046-13089E252813}"/>
          </ac:spMkLst>
        </pc:spChg>
        <pc:spChg chg="mod">
          <ac:chgData name="Maite" userId="e39ee39b-8feb-4631-9f68-d509c9a9f4c6" providerId="ADAL" clId="{1863AED9-D848-254C-94D4-AAB0421F2CB1}" dt="2026-02-26T13:38:55.679" v="1447" actId="14100"/>
          <ac:spMkLst>
            <pc:docMk/>
            <pc:sldMk cId="108231340" sldId="288"/>
            <ac:spMk id="7" creationId="{3A6B71C7-E782-0C42-94B9-34C4FAECBA65}"/>
          </ac:spMkLst>
        </pc:spChg>
        <pc:spChg chg="mod">
          <ac:chgData name="Maite" userId="e39ee39b-8feb-4631-9f68-d509c9a9f4c6" providerId="ADAL" clId="{1863AED9-D848-254C-94D4-AAB0421F2CB1}" dt="2026-02-26T15:44:47.831" v="2361" actId="207"/>
          <ac:spMkLst>
            <pc:docMk/>
            <pc:sldMk cId="108231340" sldId="288"/>
            <ac:spMk id="9" creationId="{578622EA-72F7-9545-91A5-61EBCE101917}"/>
          </ac:spMkLst>
        </pc:spChg>
        <pc:spChg chg="mod">
          <ac:chgData name="Maite" userId="e39ee39b-8feb-4631-9f68-d509c9a9f4c6" providerId="ADAL" clId="{1863AED9-D848-254C-94D4-AAB0421F2CB1}" dt="2026-02-26T13:38:50.258" v="1445" actId="14100"/>
          <ac:spMkLst>
            <pc:docMk/>
            <pc:sldMk cId="108231340" sldId="288"/>
            <ac:spMk id="15" creationId="{81A1E3D1-3941-9245-A563-87C9AAC00A61}"/>
          </ac:spMkLst>
        </pc:spChg>
        <pc:spChg chg="del mod">
          <ac:chgData name="Maite" userId="e39ee39b-8feb-4631-9f68-d509c9a9f4c6" providerId="ADAL" clId="{1863AED9-D848-254C-94D4-AAB0421F2CB1}" dt="2026-02-26T13:38:09.548" v="1429" actId="478"/>
          <ac:spMkLst>
            <pc:docMk/>
            <pc:sldMk cId="108231340" sldId="288"/>
            <ac:spMk id="16" creationId="{9F7EBF89-1141-1543-92AF-1D00A215A350}"/>
          </ac:spMkLst>
        </pc:spChg>
        <pc:spChg chg="mod">
          <ac:chgData name="Maite" userId="e39ee39b-8feb-4631-9f68-d509c9a9f4c6" providerId="ADAL" clId="{1863AED9-D848-254C-94D4-AAB0421F2CB1}" dt="2026-02-26T13:38:59.613" v="1448" actId="14100"/>
          <ac:spMkLst>
            <pc:docMk/>
            <pc:sldMk cId="108231340" sldId="288"/>
            <ac:spMk id="17" creationId="{BF4F49E1-EE51-1844-AA9D-3BD1B18F1A0B}"/>
          </ac:spMkLst>
        </pc:spChg>
        <pc:spChg chg="mod">
          <ac:chgData name="Maite" userId="e39ee39b-8feb-4631-9f68-d509c9a9f4c6" providerId="ADAL" clId="{1863AED9-D848-254C-94D4-AAB0421F2CB1}" dt="2026-02-26T15:44:47.831" v="2361" actId="207"/>
          <ac:spMkLst>
            <pc:docMk/>
            <pc:sldMk cId="108231340" sldId="288"/>
            <ac:spMk id="18" creationId="{AD75B9A5-B951-0D48-90EA-B5906501AA1E}"/>
          </ac:spMkLst>
        </pc:spChg>
        <pc:spChg chg="mod">
          <ac:chgData name="Maite" userId="e39ee39b-8feb-4631-9f68-d509c9a9f4c6" providerId="ADAL" clId="{1863AED9-D848-254C-94D4-AAB0421F2CB1}" dt="2026-02-26T15:44:47.831" v="2361" actId="207"/>
          <ac:spMkLst>
            <pc:docMk/>
            <pc:sldMk cId="108231340" sldId="288"/>
            <ac:spMk id="19" creationId="{70EAAE1F-9B40-704D-92AF-B26F60AB1278}"/>
          </ac:spMkLst>
        </pc:spChg>
        <pc:spChg chg="mod">
          <ac:chgData name="Maite" userId="e39ee39b-8feb-4631-9f68-d509c9a9f4c6" providerId="ADAL" clId="{1863AED9-D848-254C-94D4-AAB0421F2CB1}" dt="2026-02-26T15:44:47.831" v="2361" actId="207"/>
          <ac:spMkLst>
            <pc:docMk/>
            <pc:sldMk cId="108231340" sldId="288"/>
            <ac:spMk id="20" creationId="{4301D9FF-4336-9C49-83FB-2D58116316FF}"/>
          </ac:spMkLst>
        </pc:spChg>
        <pc:spChg chg="add">
          <ac:chgData name="Maite" userId="e39ee39b-8feb-4631-9f68-d509c9a9f4c6" providerId="ADAL" clId="{1863AED9-D848-254C-94D4-AAB0421F2CB1}" dt="2026-02-26T13:37:48.007" v="1421"/>
          <ac:spMkLst>
            <pc:docMk/>
            <pc:sldMk cId="108231340" sldId="288"/>
            <ac:spMk id="42" creationId="{D1AB7CE5-78CA-764D-BA0E-33539BD73C14}"/>
          </ac:spMkLst>
        </pc:spChg>
        <pc:spChg chg="add mod">
          <ac:chgData name="Maite" userId="e39ee39b-8feb-4631-9f68-d509c9a9f4c6" providerId="ADAL" clId="{1863AED9-D848-254C-94D4-AAB0421F2CB1}" dt="2026-02-26T13:51:18.828" v="1656" actId="108"/>
          <ac:spMkLst>
            <pc:docMk/>
            <pc:sldMk cId="108231340" sldId="288"/>
            <ac:spMk id="44" creationId="{0EB2A77C-0615-2C49-9775-C24CADF866B6}"/>
          </ac:spMkLst>
        </pc:spChg>
        <pc:spChg chg="add del mod">
          <ac:chgData name="Maite" userId="e39ee39b-8feb-4631-9f68-d509c9a9f4c6" providerId="ADAL" clId="{1863AED9-D848-254C-94D4-AAB0421F2CB1}" dt="2026-02-26T13:38:09.548" v="1429" actId="478"/>
          <ac:spMkLst>
            <pc:docMk/>
            <pc:sldMk cId="108231340" sldId="288"/>
            <ac:spMk id="45" creationId="{1A129E07-9F2E-7146-859F-A2189A253997}"/>
          </ac:spMkLst>
        </pc:spChg>
        <pc:spChg chg="add mod">
          <ac:chgData name="Maite" userId="e39ee39b-8feb-4631-9f68-d509c9a9f4c6" providerId="ADAL" clId="{1863AED9-D848-254C-94D4-AAB0421F2CB1}" dt="2026-02-26T14:05:55.583" v="1886" actId="1035"/>
          <ac:spMkLst>
            <pc:docMk/>
            <pc:sldMk cId="108231340" sldId="288"/>
            <ac:spMk id="46" creationId="{34DBF237-D902-C34C-8A7A-667123A63218}"/>
          </ac:spMkLst>
        </pc:spChg>
        <pc:grpChg chg="add mod">
          <ac:chgData name="Maite" userId="e39ee39b-8feb-4631-9f68-d509c9a9f4c6" providerId="ADAL" clId="{1863AED9-D848-254C-94D4-AAB0421F2CB1}" dt="2026-02-26T14:04:30.670" v="1851" actId="14100"/>
          <ac:grpSpMkLst>
            <pc:docMk/>
            <pc:sldMk cId="108231340" sldId="288"/>
            <ac:grpSpMk id="8" creationId="{D206958C-B381-4846-BC1B-B9510A889B36}"/>
          </ac:grpSpMkLst>
        </pc:grpChg>
        <pc:cxnChg chg="add">
          <ac:chgData name="Maite" userId="e39ee39b-8feb-4631-9f68-d509c9a9f4c6" providerId="ADAL" clId="{1863AED9-D848-254C-94D4-AAB0421F2CB1}" dt="2026-02-26T13:37:48.007" v="1421"/>
          <ac:cxnSpMkLst>
            <pc:docMk/>
            <pc:sldMk cId="108231340" sldId="288"/>
            <ac:cxnSpMk id="43" creationId="{5E8A0456-DC73-BB4D-9224-142EA526EB3B}"/>
          </ac:cxnSpMkLst>
        </pc:cxnChg>
      </pc:sldChg>
      <pc:sldChg chg="addSp delSp modSp mod modClrScheme chgLayout">
        <pc:chgData name="Maite" userId="e39ee39b-8feb-4631-9f68-d509c9a9f4c6" providerId="ADAL" clId="{1863AED9-D848-254C-94D4-AAB0421F2CB1}" dt="2026-02-26T15:44:35.798" v="2360" actId="208"/>
        <pc:sldMkLst>
          <pc:docMk/>
          <pc:sldMk cId="3390521575" sldId="289"/>
        </pc:sldMkLst>
        <pc:spChg chg="del mod">
          <ac:chgData name="Maite" userId="e39ee39b-8feb-4631-9f68-d509c9a9f4c6" providerId="ADAL" clId="{1863AED9-D848-254C-94D4-AAB0421F2CB1}" dt="2026-02-26T13:41:10.304" v="1484" actId="478"/>
          <ac:spMkLst>
            <pc:docMk/>
            <pc:sldMk cId="3390521575" sldId="289"/>
            <ac:spMk id="2" creationId="{E1AAF08B-AB44-6547-891C-337A413BF743}"/>
          </ac:spMkLst>
        </pc:spChg>
        <pc:spChg chg="del mod">
          <ac:chgData name="Maite" userId="e39ee39b-8feb-4631-9f68-d509c9a9f4c6" providerId="ADAL" clId="{1863AED9-D848-254C-94D4-AAB0421F2CB1}" dt="2026-02-26T13:41:10.304" v="1484" actId="478"/>
          <ac:spMkLst>
            <pc:docMk/>
            <pc:sldMk cId="3390521575" sldId="289"/>
            <ac:spMk id="5" creationId="{4542C7C5-2210-1A41-9098-AAEB1E779BF3}"/>
          </ac:spMkLst>
        </pc:spChg>
        <pc:spChg chg="add">
          <ac:chgData name="Maite" userId="e39ee39b-8feb-4631-9f68-d509c9a9f4c6" providerId="ADAL" clId="{1863AED9-D848-254C-94D4-AAB0421F2CB1}" dt="2026-02-26T13:41:01.202" v="1480"/>
          <ac:spMkLst>
            <pc:docMk/>
            <pc:sldMk cId="3390521575" sldId="289"/>
            <ac:spMk id="6" creationId="{F8DABF61-3253-5D40-822E-EEA9227B7F6E}"/>
          </ac:spMkLst>
        </pc:spChg>
        <pc:spChg chg="add mod">
          <ac:chgData name="Maite" userId="e39ee39b-8feb-4631-9f68-d509c9a9f4c6" providerId="ADAL" clId="{1863AED9-D848-254C-94D4-AAB0421F2CB1}" dt="2026-02-26T13:54:35.810" v="1720" actId="1036"/>
          <ac:spMkLst>
            <pc:docMk/>
            <pc:sldMk cId="3390521575" sldId="289"/>
            <ac:spMk id="8" creationId="{56432AEE-C812-6E4F-BDA4-775C7AB22BC2}"/>
          </ac:spMkLst>
        </pc:spChg>
        <pc:spChg chg="add mod">
          <ac:chgData name="Maite" userId="e39ee39b-8feb-4631-9f68-d509c9a9f4c6" providerId="ADAL" clId="{1863AED9-D848-254C-94D4-AAB0421F2CB1}" dt="2026-02-26T13:55:58.236" v="1736" actId="1036"/>
          <ac:spMkLst>
            <pc:docMk/>
            <pc:sldMk cId="3390521575" sldId="289"/>
            <ac:spMk id="9" creationId="{1F1F8327-9971-4540-B5DA-EF8ACAB68FE1}"/>
          </ac:spMkLst>
        </pc:spChg>
        <pc:spChg chg="del mod">
          <ac:chgData name="Maite" userId="e39ee39b-8feb-4631-9f68-d509c9a9f4c6" providerId="ADAL" clId="{1863AED9-D848-254C-94D4-AAB0421F2CB1}" dt="2026-02-26T13:41:10.304" v="1484" actId="478"/>
          <ac:spMkLst>
            <pc:docMk/>
            <pc:sldMk cId="3390521575" sldId="289"/>
            <ac:spMk id="16" creationId="{9F7EBF89-1141-1543-92AF-1D00A215A350}"/>
          </ac:spMkLst>
        </pc:spChg>
        <pc:graphicFrameChg chg="mod">
          <ac:chgData name="Maite" userId="e39ee39b-8feb-4631-9f68-d509c9a9f4c6" providerId="ADAL" clId="{1863AED9-D848-254C-94D4-AAB0421F2CB1}" dt="2026-02-26T15:44:35.798" v="2360" actId="208"/>
          <ac:graphicFrameMkLst>
            <pc:docMk/>
            <pc:sldMk cId="3390521575" sldId="289"/>
            <ac:graphicFrameMk id="3" creationId="{6D2EC491-2EDB-9C35-55ED-58DAA313A11D}"/>
          </ac:graphicFrameMkLst>
        </pc:graphicFrameChg>
        <pc:cxnChg chg="add">
          <ac:chgData name="Maite" userId="e39ee39b-8feb-4631-9f68-d509c9a9f4c6" providerId="ADAL" clId="{1863AED9-D848-254C-94D4-AAB0421F2CB1}" dt="2026-02-26T13:41:01.202" v="1480"/>
          <ac:cxnSpMkLst>
            <pc:docMk/>
            <pc:sldMk cId="3390521575" sldId="289"/>
            <ac:cxnSpMk id="7" creationId="{E9677119-E161-1344-B469-03A3E094892F}"/>
          </ac:cxnSpMkLst>
        </pc:cxnChg>
      </pc:sldChg>
      <pc:sldChg chg="addSp delSp modSp mod modClrScheme chgLayout">
        <pc:chgData name="Maite" userId="e39ee39b-8feb-4631-9f68-d509c9a9f4c6" providerId="ADAL" clId="{1863AED9-D848-254C-94D4-AAB0421F2CB1}" dt="2026-02-26T15:43:55.992" v="2352" actId="208"/>
        <pc:sldMkLst>
          <pc:docMk/>
          <pc:sldMk cId="2642786589" sldId="296"/>
        </pc:sldMkLst>
        <pc:spChg chg="del mod">
          <ac:chgData name="Maite" userId="e39ee39b-8feb-4631-9f68-d509c9a9f4c6" providerId="ADAL" clId="{1863AED9-D848-254C-94D4-AAB0421F2CB1}" dt="2026-02-26T13:39:43.206" v="1460" actId="478"/>
          <ac:spMkLst>
            <pc:docMk/>
            <pc:sldMk cId="2642786589" sldId="296"/>
            <ac:spMk id="2" creationId="{4A5CBCE1-2F9B-5254-BBE3-475F81D70482}"/>
          </ac:spMkLst>
        </pc:spChg>
        <pc:spChg chg="del mod">
          <ac:chgData name="Maite" userId="e39ee39b-8feb-4631-9f68-d509c9a9f4c6" providerId="ADAL" clId="{1863AED9-D848-254C-94D4-AAB0421F2CB1}" dt="2026-02-26T13:39:43.206" v="1460" actId="478"/>
          <ac:spMkLst>
            <pc:docMk/>
            <pc:sldMk cId="2642786589" sldId="296"/>
            <ac:spMk id="5" creationId="{2EF280AC-706D-6346-EDAA-496A0C8EB60D}"/>
          </ac:spMkLst>
        </pc:spChg>
        <pc:spChg chg="add">
          <ac:chgData name="Maite" userId="e39ee39b-8feb-4631-9f68-d509c9a9f4c6" providerId="ADAL" clId="{1863AED9-D848-254C-94D4-AAB0421F2CB1}" dt="2026-02-26T13:39:13.943" v="1451"/>
          <ac:spMkLst>
            <pc:docMk/>
            <pc:sldMk cId="2642786589" sldId="296"/>
            <ac:spMk id="6" creationId="{79271863-3F4B-BF48-8B34-89BC0B3442BF}"/>
          </ac:spMkLst>
        </pc:spChg>
        <pc:spChg chg="add del mod">
          <ac:chgData name="Maite" userId="e39ee39b-8feb-4631-9f68-d509c9a9f4c6" providerId="ADAL" clId="{1863AED9-D848-254C-94D4-AAB0421F2CB1}" dt="2026-02-26T13:39:25.568" v="1453" actId="478"/>
          <ac:spMkLst>
            <pc:docMk/>
            <pc:sldMk cId="2642786589" sldId="296"/>
            <ac:spMk id="9" creationId="{3F4C8ED4-0FE7-BA4B-82AF-C2675072269A}"/>
          </ac:spMkLst>
        </pc:spChg>
        <pc:spChg chg="add del">
          <ac:chgData name="Maite" userId="e39ee39b-8feb-4631-9f68-d509c9a9f4c6" providerId="ADAL" clId="{1863AED9-D848-254C-94D4-AAB0421F2CB1}" dt="2026-02-26T13:39:25.568" v="1453" actId="478"/>
          <ac:spMkLst>
            <pc:docMk/>
            <pc:sldMk cId="2642786589" sldId="296"/>
            <ac:spMk id="10" creationId="{EDE1413E-479D-9C41-9895-398E433CA4F6}"/>
          </ac:spMkLst>
        </pc:spChg>
        <pc:spChg chg="add mod">
          <ac:chgData name="Maite" userId="e39ee39b-8feb-4631-9f68-d509c9a9f4c6" providerId="ADAL" clId="{1863AED9-D848-254C-94D4-AAB0421F2CB1}" dt="2026-02-26T13:54:02.755" v="1703" actId="20577"/>
          <ac:spMkLst>
            <pc:docMk/>
            <pc:sldMk cId="2642786589" sldId="296"/>
            <ac:spMk id="11" creationId="{63F75026-7A45-D641-9CB8-CE9259CA43C0}"/>
          </ac:spMkLst>
        </pc:spChg>
        <pc:spChg chg="add mod">
          <ac:chgData name="Maite" userId="e39ee39b-8feb-4631-9f68-d509c9a9f4c6" providerId="ADAL" clId="{1863AED9-D848-254C-94D4-AAB0421F2CB1}" dt="2026-02-26T14:05:48.960" v="1874" actId="1036"/>
          <ac:spMkLst>
            <pc:docMk/>
            <pc:sldMk cId="2642786589" sldId="296"/>
            <ac:spMk id="12" creationId="{7037447A-0B74-EF4C-8612-6DE77D1D5AE1}"/>
          </ac:spMkLst>
        </pc:spChg>
        <pc:spChg chg="del mod">
          <ac:chgData name="Maite" userId="e39ee39b-8feb-4631-9f68-d509c9a9f4c6" providerId="ADAL" clId="{1863AED9-D848-254C-94D4-AAB0421F2CB1}" dt="2026-02-26T13:39:43.206" v="1460" actId="478"/>
          <ac:spMkLst>
            <pc:docMk/>
            <pc:sldMk cId="2642786589" sldId="296"/>
            <ac:spMk id="16" creationId="{3FEE9327-37D3-6DBA-7802-ADE56AE0FDFC}"/>
          </ac:spMkLst>
        </pc:spChg>
        <pc:graphicFrameChg chg="mod">
          <ac:chgData name="Maite" userId="e39ee39b-8feb-4631-9f68-d509c9a9f4c6" providerId="ADAL" clId="{1863AED9-D848-254C-94D4-AAB0421F2CB1}" dt="2026-02-26T15:43:55.992" v="2352" actId="208"/>
          <ac:graphicFrameMkLst>
            <pc:docMk/>
            <pc:sldMk cId="2642786589" sldId="296"/>
            <ac:graphicFrameMk id="7" creationId="{636901F5-20B3-8F38-7FA0-F7495CB08173}"/>
          </ac:graphicFrameMkLst>
        </pc:graphicFrameChg>
        <pc:cxnChg chg="add">
          <ac:chgData name="Maite" userId="e39ee39b-8feb-4631-9f68-d509c9a9f4c6" providerId="ADAL" clId="{1863AED9-D848-254C-94D4-AAB0421F2CB1}" dt="2026-02-26T13:39:13.943" v="1451"/>
          <ac:cxnSpMkLst>
            <pc:docMk/>
            <pc:sldMk cId="2642786589" sldId="296"/>
            <ac:cxnSpMk id="8" creationId="{C4C822B8-7413-E542-B1C5-473E4AFE1270}"/>
          </ac:cxnSpMkLst>
        </pc:cxnChg>
      </pc:sldChg>
      <pc:sldChg chg="del">
        <pc:chgData name="Maite" userId="e39ee39b-8feb-4631-9f68-d509c9a9f4c6" providerId="ADAL" clId="{1863AED9-D848-254C-94D4-AAB0421F2CB1}" dt="2026-02-26T13:04:39.548" v="759" actId="2696"/>
        <pc:sldMkLst>
          <pc:docMk/>
          <pc:sldMk cId="579000185" sldId="297"/>
        </pc:sldMkLst>
      </pc:sldChg>
      <pc:sldChg chg="addSp delSp modSp mod modClrScheme chgLayout">
        <pc:chgData name="Maite" userId="e39ee39b-8feb-4631-9f68-d509c9a9f4c6" providerId="ADAL" clId="{1863AED9-D848-254C-94D4-AAB0421F2CB1}" dt="2026-02-26T13:51:04.688" v="1652" actId="108"/>
        <pc:sldMkLst>
          <pc:docMk/>
          <pc:sldMk cId="2089034034" sldId="298"/>
        </pc:sldMkLst>
        <pc:spChg chg="del mod">
          <ac:chgData name="Maite" userId="e39ee39b-8feb-4631-9f68-d509c9a9f4c6" providerId="ADAL" clId="{1863AED9-D848-254C-94D4-AAB0421F2CB1}" dt="2026-02-26T13:42:24.469" v="1515" actId="478"/>
          <ac:spMkLst>
            <pc:docMk/>
            <pc:sldMk cId="2089034034" sldId="298"/>
            <ac:spMk id="2" creationId="{73FDBCDC-4870-1976-5F10-05B71127807C}"/>
          </ac:spMkLst>
        </pc:spChg>
        <pc:spChg chg="mod">
          <ac:chgData name="Maite" userId="e39ee39b-8feb-4631-9f68-d509c9a9f4c6" providerId="ADAL" clId="{1863AED9-D848-254C-94D4-AAB0421F2CB1}" dt="2026-02-26T13:42:57.844" v="1536" actId="1076"/>
          <ac:spMkLst>
            <pc:docMk/>
            <pc:sldMk cId="2089034034" sldId="298"/>
            <ac:spMk id="3" creationId="{4794660A-F323-7E0B-E13F-C388316A964C}"/>
          </ac:spMkLst>
        </pc:spChg>
        <pc:spChg chg="add mod">
          <ac:chgData name="Maite" userId="e39ee39b-8feb-4631-9f68-d509c9a9f4c6" providerId="ADAL" clId="{1863AED9-D848-254C-94D4-AAB0421F2CB1}" dt="2026-02-26T13:51:04.688" v="1652" actId="108"/>
          <ac:spMkLst>
            <pc:docMk/>
            <pc:sldMk cId="2089034034" sldId="298"/>
            <ac:spMk id="5" creationId="{CD0D9070-739D-2D44-B8AB-594C57CD55A1}"/>
          </ac:spMkLst>
        </pc:spChg>
        <pc:spChg chg="mod">
          <ac:chgData name="Maite" userId="e39ee39b-8feb-4631-9f68-d509c9a9f4c6" providerId="ADAL" clId="{1863AED9-D848-254C-94D4-AAB0421F2CB1}" dt="2026-02-26T13:42:57.844" v="1536" actId="1076"/>
          <ac:spMkLst>
            <pc:docMk/>
            <pc:sldMk cId="2089034034" sldId="298"/>
            <ac:spMk id="12" creationId="{A25B502C-2F73-C6A3-1A2E-CA1B444BF5DE}"/>
          </ac:spMkLst>
        </pc:spChg>
      </pc:sldChg>
      <pc:sldChg chg="delSp modSp mod modClrScheme chgLayout">
        <pc:chgData name="Maite" userId="e39ee39b-8feb-4631-9f68-d509c9a9f4c6" providerId="ADAL" clId="{1863AED9-D848-254C-94D4-AAB0421F2CB1}" dt="2026-02-26T13:51:30.275" v="1660" actId="108"/>
        <pc:sldMkLst>
          <pc:docMk/>
          <pc:sldMk cId="2641551217" sldId="299"/>
        </pc:sldMkLst>
        <pc:spChg chg="del">
          <ac:chgData name="Maite" userId="e39ee39b-8feb-4631-9f68-d509c9a9f4c6" providerId="ADAL" clId="{1863AED9-D848-254C-94D4-AAB0421F2CB1}" dt="2026-02-26T13:04:01.027" v="730" actId="478"/>
          <ac:spMkLst>
            <pc:docMk/>
            <pc:sldMk cId="2641551217" sldId="299"/>
            <ac:spMk id="6" creationId="{91C3060F-90D5-5C90-4937-298155F1E7A5}"/>
          </ac:spMkLst>
        </pc:spChg>
        <pc:spChg chg="mod">
          <ac:chgData name="Maite" userId="e39ee39b-8feb-4631-9f68-d509c9a9f4c6" providerId="ADAL" clId="{1863AED9-D848-254C-94D4-AAB0421F2CB1}" dt="2026-02-26T13:51:30.275" v="1660" actId="108"/>
          <ac:spMkLst>
            <pc:docMk/>
            <pc:sldMk cId="2641551217" sldId="299"/>
            <ac:spMk id="7" creationId="{77B02B84-32A0-0B91-0F23-F48F3A76340B}"/>
          </ac:spMkLst>
        </pc:spChg>
        <pc:grpChg chg="del">
          <ac:chgData name="Maite" userId="e39ee39b-8feb-4631-9f68-d509c9a9f4c6" providerId="ADAL" clId="{1863AED9-D848-254C-94D4-AAB0421F2CB1}" dt="2026-02-26T13:04:01.027" v="730" actId="478"/>
          <ac:grpSpMkLst>
            <pc:docMk/>
            <pc:sldMk cId="2641551217" sldId="299"/>
            <ac:grpSpMk id="12" creationId="{F02FD679-585C-9CDE-9225-6FCA2FFDE8C7}"/>
          </ac:grpSpMkLst>
        </pc:grpChg>
        <pc:picChg chg="del">
          <ac:chgData name="Maite" userId="e39ee39b-8feb-4631-9f68-d509c9a9f4c6" providerId="ADAL" clId="{1863AED9-D848-254C-94D4-AAB0421F2CB1}" dt="2026-02-26T13:04:01.027" v="730" actId="478"/>
          <ac:picMkLst>
            <pc:docMk/>
            <pc:sldMk cId="2641551217" sldId="299"/>
            <ac:picMk id="16" creationId="{8FC7A366-5CBE-5B47-928B-745F4D9A24AF}"/>
          </ac:picMkLst>
        </pc:picChg>
        <pc:cxnChg chg="del">
          <ac:chgData name="Maite" userId="e39ee39b-8feb-4631-9f68-d509c9a9f4c6" providerId="ADAL" clId="{1863AED9-D848-254C-94D4-AAB0421F2CB1}" dt="2026-02-26T13:04:01.027" v="730" actId="478"/>
          <ac:cxnSpMkLst>
            <pc:docMk/>
            <pc:sldMk cId="2641551217" sldId="299"/>
            <ac:cxnSpMk id="5" creationId="{7BB68215-5AFF-F987-8751-B6967B4CA676}"/>
          </ac:cxnSpMkLst>
        </pc:cxnChg>
      </pc:sldChg>
      <pc:sldChg chg="delSp modSp mod modClrScheme chgLayout">
        <pc:chgData name="Maite" userId="e39ee39b-8feb-4631-9f68-d509c9a9f4c6" providerId="ADAL" clId="{1863AED9-D848-254C-94D4-AAB0421F2CB1}" dt="2026-02-26T13:51:09.157" v="1653" actId="108"/>
        <pc:sldMkLst>
          <pc:docMk/>
          <pc:sldMk cId="289521520" sldId="300"/>
        </pc:sldMkLst>
        <pc:spChg chg="del">
          <ac:chgData name="Maite" userId="e39ee39b-8feb-4631-9f68-d509c9a9f4c6" providerId="ADAL" clId="{1863AED9-D848-254C-94D4-AAB0421F2CB1}" dt="2026-02-26T13:04:44.451" v="760" actId="478"/>
          <ac:spMkLst>
            <pc:docMk/>
            <pc:sldMk cId="289521520" sldId="300"/>
            <ac:spMk id="6" creationId="{44B86BC4-E391-CF47-AC67-6CF2D8ABD979}"/>
          </ac:spMkLst>
        </pc:spChg>
        <pc:spChg chg="mod">
          <ac:chgData name="Maite" userId="e39ee39b-8feb-4631-9f68-d509c9a9f4c6" providerId="ADAL" clId="{1863AED9-D848-254C-94D4-AAB0421F2CB1}" dt="2026-02-26T13:51:09.157" v="1653" actId="108"/>
          <ac:spMkLst>
            <pc:docMk/>
            <pc:sldMk cId="289521520" sldId="300"/>
            <ac:spMk id="7" creationId="{B2E9E2F9-3215-F1DE-C19C-52189956B8C5}"/>
          </ac:spMkLst>
        </pc:spChg>
        <pc:grpChg chg="del">
          <ac:chgData name="Maite" userId="e39ee39b-8feb-4631-9f68-d509c9a9f4c6" providerId="ADAL" clId="{1863AED9-D848-254C-94D4-AAB0421F2CB1}" dt="2026-02-26T13:04:44.451" v="760" actId="478"/>
          <ac:grpSpMkLst>
            <pc:docMk/>
            <pc:sldMk cId="289521520" sldId="300"/>
            <ac:grpSpMk id="12" creationId="{0BC9DAAF-2953-548B-6FD9-3C6F849EA519}"/>
          </ac:grpSpMkLst>
        </pc:grpChg>
        <pc:picChg chg="del">
          <ac:chgData name="Maite" userId="e39ee39b-8feb-4631-9f68-d509c9a9f4c6" providerId="ADAL" clId="{1863AED9-D848-254C-94D4-AAB0421F2CB1}" dt="2026-02-26T13:04:44.451" v="760" actId="478"/>
          <ac:picMkLst>
            <pc:docMk/>
            <pc:sldMk cId="289521520" sldId="300"/>
            <ac:picMk id="16" creationId="{AE97D13B-C9B0-7E4B-A1CF-D3992DE11CFE}"/>
          </ac:picMkLst>
        </pc:picChg>
        <pc:cxnChg chg="del">
          <ac:chgData name="Maite" userId="e39ee39b-8feb-4631-9f68-d509c9a9f4c6" providerId="ADAL" clId="{1863AED9-D848-254C-94D4-AAB0421F2CB1}" dt="2026-02-26T13:04:44.451" v="760" actId="478"/>
          <ac:cxnSpMkLst>
            <pc:docMk/>
            <pc:sldMk cId="289521520" sldId="300"/>
            <ac:cxnSpMk id="5" creationId="{8D585A75-346F-4EDC-1D9E-0FA83DE6D69D}"/>
          </ac:cxnSpMkLst>
        </pc:cxnChg>
      </pc:sldChg>
      <pc:sldChg chg="addSp delSp modSp add">
        <pc:chgData name="Maite" userId="e39ee39b-8feb-4631-9f68-d509c9a9f4c6" providerId="ADAL" clId="{1863AED9-D848-254C-94D4-AAB0421F2CB1}" dt="2026-02-26T15:56:26.722" v="2438" actId="478"/>
        <pc:sldMkLst>
          <pc:docMk/>
          <pc:sldMk cId="49939960" sldId="301"/>
        </pc:sldMkLst>
        <pc:spChg chg="del">
          <ac:chgData name="Maite" userId="e39ee39b-8feb-4631-9f68-d509c9a9f4c6" providerId="ADAL" clId="{1863AED9-D848-254C-94D4-AAB0421F2CB1}" dt="2026-02-26T15:53:27.770" v="2397" actId="478"/>
          <ac:spMkLst>
            <pc:docMk/>
            <pc:sldMk cId="49939960" sldId="301"/>
            <ac:spMk id="10" creationId="{6E9FDCBB-3698-3A43-9420-09B19D1C2AE5}"/>
          </ac:spMkLst>
        </pc:spChg>
        <pc:spChg chg="mod">
          <ac:chgData name="Maite" userId="e39ee39b-8feb-4631-9f68-d509c9a9f4c6" providerId="ADAL" clId="{1863AED9-D848-254C-94D4-AAB0421F2CB1}" dt="2026-02-26T15:53:34.397" v="2421" actId="20577"/>
          <ac:spMkLst>
            <pc:docMk/>
            <pc:sldMk cId="49939960" sldId="301"/>
            <ac:spMk id="20" creationId="{B4095491-979B-8B42-8429-26E7A11D640F}"/>
          </ac:spMkLst>
        </pc:spChg>
        <pc:grpChg chg="add mod">
          <ac:chgData name="Maite" userId="e39ee39b-8feb-4631-9f68-d509c9a9f4c6" providerId="ADAL" clId="{1863AED9-D848-254C-94D4-AAB0421F2CB1}" dt="2026-02-26T15:53:56.037" v="2425" actId="12788"/>
          <ac:grpSpMkLst>
            <pc:docMk/>
            <pc:sldMk cId="49939960" sldId="301"/>
            <ac:grpSpMk id="12" creationId="{73B6F16C-54F4-3E42-8154-73204DB5AB81}"/>
          </ac:grpSpMkLst>
        </pc:grpChg>
        <pc:grpChg chg="del">
          <ac:chgData name="Maite" userId="e39ee39b-8feb-4631-9f68-d509c9a9f4c6" providerId="ADAL" clId="{1863AED9-D848-254C-94D4-AAB0421F2CB1}" dt="2026-02-26T15:53:50.758" v="2424" actId="478"/>
          <ac:grpSpMkLst>
            <pc:docMk/>
            <pc:sldMk cId="49939960" sldId="301"/>
            <ac:grpSpMk id="18" creationId="{268CED66-83E6-4A44-8B77-AE474B9A0ACB}"/>
          </ac:grpSpMkLst>
        </pc:grpChg>
        <pc:picChg chg="del">
          <ac:chgData name="Maite" userId="e39ee39b-8feb-4631-9f68-d509c9a9f4c6" providerId="ADAL" clId="{1863AED9-D848-254C-94D4-AAB0421F2CB1}" dt="2026-02-26T15:56:24.580" v="2436" actId="478"/>
          <ac:picMkLst>
            <pc:docMk/>
            <pc:sldMk cId="49939960" sldId="301"/>
            <ac:picMk id="9" creationId="{788765EF-C642-9F4C-85C2-17324710D38D}"/>
          </ac:picMkLst>
        </pc:picChg>
        <pc:picChg chg="add del mod">
          <ac:chgData name="Maite" userId="e39ee39b-8feb-4631-9f68-d509c9a9f4c6" providerId="ADAL" clId="{1863AED9-D848-254C-94D4-AAB0421F2CB1}" dt="2026-02-26T15:56:26.722" v="2438" actId="478"/>
          <ac:picMkLst>
            <pc:docMk/>
            <pc:sldMk cId="49939960" sldId="301"/>
            <ac:picMk id="10" creationId="{D0600D3D-0E3D-AE47-8894-A500D957E48E}"/>
          </ac:picMkLst>
        </pc:picChg>
        <pc:picChg chg="add mod">
          <ac:chgData name="Maite" userId="e39ee39b-8feb-4631-9f68-d509c9a9f4c6" providerId="ADAL" clId="{1863AED9-D848-254C-94D4-AAB0421F2CB1}" dt="2026-02-26T15:53:25.594" v="2396" actId="167"/>
          <ac:picMkLst>
            <pc:docMk/>
            <pc:sldMk cId="49939960" sldId="301"/>
            <ac:picMk id="11" creationId="{A54073F4-BECA-4244-87C9-98ADE53CB440}"/>
          </ac:picMkLst>
        </pc:picChg>
      </pc:sldChg>
      <pc:sldChg chg="addSp delSp modSp add del">
        <pc:chgData name="Maite" userId="e39ee39b-8feb-4631-9f68-d509c9a9f4c6" providerId="ADAL" clId="{1863AED9-D848-254C-94D4-AAB0421F2CB1}" dt="2026-02-26T13:03:07.087" v="713" actId="2696"/>
        <pc:sldMkLst>
          <pc:docMk/>
          <pc:sldMk cId="3763759495" sldId="301"/>
        </pc:sldMkLst>
        <pc:spChg chg="mod">
          <ac:chgData name="Maite" userId="e39ee39b-8feb-4631-9f68-d509c9a9f4c6" providerId="ADAL" clId="{1863AED9-D848-254C-94D4-AAB0421F2CB1}" dt="2026-02-26T12:01:11.324" v="27" actId="1076"/>
          <ac:spMkLst>
            <pc:docMk/>
            <pc:sldMk cId="3763759495" sldId="301"/>
            <ac:spMk id="2" creationId="{E1AAF08B-AB44-6547-891C-337A413BF743}"/>
          </ac:spMkLst>
        </pc:spChg>
        <pc:spChg chg="mod">
          <ac:chgData name="Maite" userId="e39ee39b-8feb-4631-9f68-d509c9a9f4c6" providerId="ADAL" clId="{1863AED9-D848-254C-94D4-AAB0421F2CB1}" dt="2026-02-26T12:01:34.658" v="34" actId="1076"/>
          <ac:spMkLst>
            <pc:docMk/>
            <pc:sldMk cId="3763759495" sldId="301"/>
            <ac:spMk id="3" creationId="{8DD2AECB-45C2-0640-A3FA-D58E7388DAD4}"/>
          </ac:spMkLst>
        </pc:spChg>
        <pc:spChg chg="add del mod">
          <ac:chgData name="Maite" userId="e39ee39b-8feb-4631-9f68-d509c9a9f4c6" providerId="ADAL" clId="{1863AED9-D848-254C-94D4-AAB0421F2CB1}" dt="2026-02-26T11:58:50.150" v="20"/>
          <ac:spMkLst>
            <pc:docMk/>
            <pc:sldMk cId="3763759495" sldId="301"/>
            <ac:spMk id="4" creationId="{1540366F-DF04-5142-A4F3-23C9F078FE4D}"/>
          </ac:spMkLst>
        </pc:spChg>
        <pc:spChg chg="del mod">
          <ac:chgData name="Maite" userId="e39ee39b-8feb-4631-9f68-d509c9a9f4c6" providerId="ADAL" clId="{1863AED9-D848-254C-94D4-AAB0421F2CB1}" dt="2026-02-26T12:01:29.209" v="32" actId="478"/>
          <ac:spMkLst>
            <pc:docMk/>
            <pc:sldMk cId="3763759495" sldId="301"/>
            <ac:spMk id="9" creationId="{252066C5-3130-6446-AA92-90649370F21D}"/>
          </ac:spMkLst>
        </pc:spChg>
        <pc:spChg chg="mod">
          <ac:chgData name="Maite" userId="e39ee39b-8feb-4631-9f68-d509c9a9f4c6" providerId="ADAL" clId="{1863AED9-D848-254C-94D4-AAB0421F2CB1}" dt="2026-02-26T12:02:26.471" v="39" actId="207"/>
          <ac:spMkLst>
            <pc:docMk/>
            <pc:sldMk cId="3763759495" sldId="301"/>
            <ac:spMk id="10" creationId="{2BCF689F-2CE8-BE49-9F6A-A5E2C1489191}"/>
          </ac:spMkLst>
        </pc:spChg>
        <pc:picChg chg="mod modCrop">
          <ac:chgData name="Maite" userId="e39ee39b-8feb-4631-9f68-d509c9a9f4c6" providerId="ADAL" clId="{1863AED9-D848-254C-94D4-AAB0421F2CB1}" dt="2026-02-26T11:58:54.186" v="21" actId="14100"/>
          <ac:picMkLst>
            <pc:docMk/>
            <pc:sldMk cId="3763759495" sldId="301"/>
            <ac:picMk id="12" creationId="{232EB187-FB7A-F848-BC8A-1EE77587ED5B}"/>
          </ac:picMkLst>
        </pc:picChg>
      </pc:sldChg>
      <pc:sldChg chg="addSp delSp modSp add ord">
        <pc:chgData name="Maite" userId="e39ee39b-8feb-4631-9f68-d509c9a9f4c6" providerId="ADAL" clId="{1863AED9-D848-254C-94D4-AAB0421F2CB1}" dt="2026-02-26T15:39:36.191" v="2307" actId="207"/>
        <pc:sldMkLst>
          <pc:docMk/>
          <pc:sldMk cId="1709473529" sldId="302"/>
        </pc:sldMkLst>
        <pc:spChg chg="mod">
          <ac:chgData name="Maite" userId="e39ee39b-8feb-4631-9f68-d509c9a9f4c6" providerId="ADAL" clId="{1863AED9-D848-254C-94D4-AAB0421F2CB1}" dt="2026-02-26T15:39:36.191" v="2307" actId="207"/>
          <ac:spMkLst>
            <pc:docMk/>
            <pc:sldMk cId="1709473529" sldId="302"/>
            <ac:spMk id="2" creationId="{E1AAF08B-AB44-6547-891C-337A413BF743}"/>
          </ac:spMkLst>
        </pc:spChg>
        <pc:spChg chg="del">
          <ac:chgData name="Maite" userId="e39ee39b-8feb-4631-9f68-d509c9a9f4c6" providerId="ADAL" clId="{1863AED9-D848-254C-94D4-AAB0421F2CB1}" dt="2026-02-26T12:03:05.460" v="44" actId="478"/>
          <ac:spMkLst>
            <pc:docMk/>
            <pc:sldMk cId="1709473529" sldId="302"/>
            <ac:spMk id="3" creationId="{8DD2AECB-45C2-0640-A3FA-D58E7388DAD4}"/>
          </ac:spMkLst>
        </pc:spChg>
        <pc:spChg chg="add del mod">
          <ac:chgData name="Maite" userId="e39ee39b-8feb-4631-9f68-d509c9a9f4c6" providerId="ADAL" clId="{1863AED9-D848-254C-94D4-AAB0421F2CB1}" dt="2026-02-26T12:04:01.016" v="77"/>
          <ac:spMkLst>
            <pc:docMk/>
            <pc:sldMk cId="1709473529" sldId="302"/>
            <ac:spMk id="4" creationId="{C8C37532-ACBA-9E49-9242-A3FB5D34817A}"/>
          </ac:spMkLst>
        </pc:spChg>
        <pc:spChg chg="add del mod">
          <ac:chgData name="Maite" userId="e39ee39b-8feb-4631-9f68-d509c9a9f4c6" providerId="ADAL" clId="{1863AED9-D848-254C-94D4-AAB0421F2CB1}" dt="2026-02-26T13:46:53.470" v="1621" actId="478"/>
          <ac:spMkLst>
            <pc:docMk/>
            <pc:sldMk cId="1709473529" sldId="302"/>
            <ac:spMk id="7" creationId="{E7865CB1-493D-E141-B70A-5D18A5EC74F7}"/>
          </ac:spMkLst>
        </pc:spChg>
        <pc:spChg chg="add del mod">
          <ac:chgData name="Maite" userId="e39ee39b-8feb-4631-9f68-d509c9a9f4c6" providerId="ADAL" clId="{1863AED9-D848-254C-94D4-AAB0421F2CB1}" dt="2026-02-26T15:33:39.732" v="2233" actId="478"/>
          <ac:spMkLst>
            <pc:docMk/>
            <pc:sldMk cId="1709473529" sldId="302"/>
            <ac:spMk id="8" creationId="{55C2E7B4-96A8-7C4F-BCF5-0A0217A17F89}"/>
          </ac:spMkLst>
        </pc:spChg>
        <pc:spChg chg="mod">
          <ac:chgData name="Maite" userId="e39ee39b-8feb-4631-9f68-d509c9a9f4c6" providerId="ADAL" clId="{1863AED9-D848-254C-94D4-AAB0421F2CB1}" dt="2026-02-26T15:33:44.122" v="2234" actId="207"/>
          <ac:spMkLst>
            <pc:docMk/>
            <pc:sldMk cId="1709473529" sldId="302"/>
            <ac:spMk id="10" creationId="{2BCF689F-2CE8-BE49-9F6A-A5E2C1489191}"/>
          </ac:spMkLst>
        </pc:spChg>
        <pc:spChg chg="add mod">
          <ac:chgData name="Maite" userId="e39ee39b-8feb-4631-9f68-d509c9a9f4c6" providerId="ADAL" clId="{1863AED9-D848-254C-94D4-AAB0421F2CB1}" dt="2026-02-26T12:20:21.802" v="275" actId="207"/>
          <ac:spMkLst>
            <pc:docMk/>
            <pc:sldMk cId="1709473529" sldId="302"/>
            <ac:spMk id="11" creationId="{4070855A-A8FD-E042-A75E-9A4242A27E72}"/>
          </ac:spMkLst>
        </pc:spChg>
        <pc:grpChg chg="del">
          <ac:chgData name="Maite" userId="e39ee39b-8feb-4631-9f68-d509c9a9f4c6" providerId="ADAL" clId="{1863AED9-D848-254C-94D4-AAB0421F2CB1}" dt="2026-02-26T12:25:11.471" v="324" actId="478"/>
          <ac:grpSpMkLst>
            <pc:docMk/>
            <pc:sldMk cId="1709473529" sldId="302"/>
            <ac:grpSpMk id="14" creationId="{1AFE1061-7305-394A-A5C5-34FFD44CFD3E}"/>
          </ac:grpSpMkLst>
        </pc:grpChg>
        <pc:grpChg chg="add">
          <ac:chgData name="Maite" userId="e39ee39b-8feb-4631-9f68-d509c9a9f4c6" providerId="ADAL" clId="{1863AED9-D848-254C-94D4-AAB0421F2CB1}" dt="2026-02-26T12:25:12.050" v="325"/>
          <ac:grpSpMkLst>
            <pc:docMk/>
            <pc:sldMk cId="1709473529" sldId="302"/>
            <ac:grpSpMk id="18" creationId="{1100FC86-9E21-3F43-96FF-1554E6DECE89}"/>
          </ac:grpSpMkLst>
        </pc:grpChg>
        <pc:picChg chg="del mod">
          <ac:chgData name="Maite" userId="e39ee39b-8feb-4631-9f68-d509c9a9f4c6" providerId="ADAL" clId="{1863AED9-D848-254C-94D4-AAB0421F2CB1}" dt="2026-02-26T12:18:50.813" v="238" actId="478"/>
          <ac:picMkLst>
            <pc:docMk/>
            <pc:sldMk cId="1709473529" sldId="302"/>
            <ac:picMk id="12" creationId="{232EB187-FB7A-F848-BC8A-1EE77587ED5B}"/>
          </ac:picMkLst>
        </pc:picChg>
        <pc:picChg chg="add del mod">
          <ac:chgData name="Maite" userId="e39ee39b-8feb-4631-9f68-d509c9a9f4c6" providerId="ADAL" clId="{1863AED9-D848-254C-94D4-AAB0421F2CB1}" dt="2026-02-26T12:13:41.481" v="130" actId="478"/>
          <ac:picMkLst>
            <pc:docMk/>
            <pc:sldMk cId="1709473529" sldId="302"/>
            <ac:picMk id="17" creationId="{438BE841-C1DE-4646-8C57-C07D717E438E}"/>
          </ac:picMkLst>
        </pc:picChg>
        <pc:cxnChg chg="add mod">
          <ac:chgData name="Maite" userId="e39ee39b-8feb-4631-9f68-d509c9a9f4c6" providerId="ADAL" clId="{1863AED9-D848-254C-94D4-AAB0421F2CB1}" dt="2026-02-26T12:20:27.638" v="276" actId="208"/>
          <ac:cxnSpMkLst>
            <pc:docMk/>
            <pc:sldMk cId="1709473529" sldId="302"/>
            <ac:cxnSpMk id="13" creationId="{D76CEBD8-AF3E-4042-B6C7-9AFEB28132E9}"/>
          </ac:cxnSpMkLst>
        </pc:cxnChg>
      </pc:sldChg>
      <pc:sldChg chg="addSp delSp modSp add">
        <pc:chgData name="Maite" userId="e39ee39b-8feb-4631-9f68-d509c9a9f4c6" providerId="ADAL" clId="{1863AED9-D848-254C-94D4-AAB0421F2CB1}" dt="2026-02-26T15:38:45.631" v="2300"/>
        <pc:sldMkLst>
          <pc:docMk/>
          <pc:sldMk cId="263262923" sldId="303"/>
        </pc:sldMkLst>
        <pc:spChg chg="mod">
          <ac:chgData name="Maite" userId="e39ee39b-8feb-4631-9f68-d509c9a9f4c6" providerId="ADAL" clId="{1863AED9-D848-254C-94D4-AAB0421F2CB1}" dt="2026-02-26T15:38:42.482" v="2299" actId="207"/>
          <ac:spMkLst>
            <pc:docMk/>
            <pc:sldMk cId="263262923" sldId="303"/>
            <ac:spMk id="2" creationId="{E1AAF08B-AB44-6547-891C-337A413BF743}"/>
          </ac:spMkLst>
        </pc:spChg>
        <pc:spChg chg="add del mod">
          <ac:chgData name="Maite" userId="e39ee39b-8feb-4631-9f68-d509c9a9f4c6" providerId="ADAL" clId="{1863AED9-D848-254C-94D4-AAB0421F2CB1}" dt="2026-02-26T12:21:41.007" v="299" actId="478"/>
          <ac:spMkLst>
            <pc:docMk/>
            <pc:sldMk cId="263262923" sldId="303"/>
            <ac:spMk id="3" creationId="{5C1EA50C-A5C0-2940-A87B-1651136AEF26}"/>
          </ac:spMkLst>
        </pc:spChg>
        <pc:spChg chg="del mod">
          <ac:chgData name="Maite" userId="e39ee39b-8feb-4631-9f68-d509c9a9f4c6" providerId="ADAL" clId="{1863AED9-D848-254C-94D4-AAB0421F2CB1}" dt="2026-02-26T13:46:34.543" v="1617"/>
          <ac:spMkLst>
            <pc:docMk/>
            <pc:sldMk cId="263262923" sldId="303"/>
            <ac:spMk id="7" creationId="{E7865CB1-493D-E141-B70A-5D18A5EC74F7}"/>
          </ac:spMkLst>
        </pc:spChg>
        <pc:spChg chg="del mod">
          <ac:chgData name="Maite" userId="e39ee39b-8feb-4631-9f68-d509c9a9f4c6" providerId="ADAL" clId="{1863AED9-D848-254C-94D4-AAB0421F2CB1}" dt="2026-02-26T13:46:49.761" v="1620" actId="478"/>
          <ac:spMkLst>
            <pc:docMk/>
            <pc:sldMk cId="263262923" sldId="303"/>
            <ac:spMk id="8" creationId="{55C2E7B4-96A8-7C4F-BCF5-0A0217A17F89}"/>
          </ac:spMkLst>
        </pc:spChg>
        <pc:spChg chg="mod">
          <ac:chgData name="Maite" userId="e39ee39b-8feb-4631-9f68-d509c9a9f4c6" providerId="ADAL" clId="{1863AED9-D848-254C-94D4-AAB0421F2CB1}" dt="2026-02-26T15:33:18.446" v="2232" actId="207"/>
          <ac:spMkLst>
            <pc:docMk/>
            <pc:sldMk cId="263262923" sldId="303"/>
            <ac:spMk id="10" creationId="{2BCF689F-2CE8-BE49-9F6A-A5E2C1489191}"/>
          </ac:spMkLst>
        </pc:spChg>
        <pc:spChg chg="del mod">
          <ac:chgData name="Maite" userId="e39ee39b-8feb-4631-9f68-d509c9a9f4c6" providerId="ADAL" clId="{1863AED9-D848-254C-94D4-AAB0421F2CB1}" dt="2026-02-26T12:26:29.779" v="338"/>
          <ac:spMkLst>
            <pc:docMk/>
            <pc:sldMk cId="263262923" sldId="303"/>
            <ac:spMk id="11" creationId="{4070855A-A8FD-E042-A75E-9A4242A27E72}"/>
          </ac:spMkLst>
        </pc:spChg>
        <pc:spChg chg="add mod">
          <ac:chgData name="Maite" userId="e39ee39b-8feb-4631-9f68-d509c9a9f4c6" providerId="ADAL" clId="{1863AED9-D848-254C-94D4-AAB0421F2CB1}" dt="2026-02-26T12:21:51.951" v="301" actId="14100"/>
          <ac:spMkLst>
            <pc:docMk/>
            <pc:sldMk cId="263262923" sldId="303"/>
            <ac:spMk id="12" creationId="{02CD379A-46E8-C541-B9EF-6F680410F2FC}"/>
          </ac:spMkLst>
        </pc:spChg>
        <pc:grpChg chg="add del mod">
          <ac:chgData name="Maite" userId="e39ee39b-8feb-4631-9f68-d509c9a9f4c6" providerId="ADAL" clId="{1863AED9-D848-254C-94D4-AAB0421F2CB1}" dt="2026-02-26T13:46:49.761" v="1620" actId="478"/>
          <ac:grpSpMkLst>
            <pc:docMk/>
            <pc:sldMk cId="263262923" sldId="303"/>
            <ac:grpSpMk id="6" creationId="{ADF5843E-8A8E-D74A-92D7-69CDE801DF16}"/>
          </ac:grpSpMkLst>
        </pc:grpChg>
        <pc:grpChg chg="del mod">
          <ac:chgData name="Maite" userId="e39ee39b-8feb-4631-9f68-d509c9a9f4c6" providerId="ADAL" clId="{1863AED9-D848-254C-94D4-AAB0421F2CB1}" dt="2026-02-26T12:24:19.160" v="306" actId="165"/>
          <ac:grpSpMkLst>
            <pc:docMk/>
            <pc:sldMk cId="263262923" sldId="303"/>
            <ac:grpSpMk id="14" creationId="{1AFE1061-7305-394A-A5C5-34FFD44CFD3E}"/>
          </ac:grpSpMkLst>
        </pc:grpChg>
        <pc:picChg chg="add mod">
          <ac:chgData name="Maite" userId="e39ee39b-8feb-4631-9f68-d509c9a9f4c6" providerId="ADAL" clId="{1863AED9-D848-254C-94D4-AAB0421F2CB1}" dt="2026-02-26T12:25:07.011" v="323" actId="164"/>
          <ac:picMkLst>
            <pc:docMk/>
            <pc:sldMk cId="263262923" sldId="303"/>
            <ac:picMk id="5" creationId="{32AD5C1F-EB39-864D-83F5-77C84E5B243F}"/>
          </ac:picMkLst>
        </pc:picChg>
        <pc:picChg chg="mod topLvl">
          <ac:chgData name="Maite" userId="e39ee39b-8feb-4631-9f68-d509c9a9f4c6" providerId="ADAL" clId="{1863AED9-D848-254C-94D4-AAB0421F2CB1}" dt="2026-02-26T12:25:07.011" v="323" actId="164"/>
          <ac:picMkLst>
            <pc:docMk/>
            <pc:sldMk cId="263262923" sldId="303"/>
            <ac:picMk id="15" creationId="{5C4191B5-931B-0446-8062-4A4449910331}"/>
          </ac:picMkLst>
        </pc:picChg>
        <pc:picChg chg="del mod topLvl">
          <ac:chgData name="Maite" userId="e39ee39b-8feb-4631-9f68-d509c9a9f4c6" providerId="ADAL" clId="{1863AED9-D848-254C-94D4-AAB0421F2CB1}" dt="2026-02-26T12:24:28.349" v="310" actId="478"/>
          <ac:picMkLst>
            <pc:docMk/>
            <pc:sldMk cId="263262923" sldId="303"/>
            <ac:picMk id="16" creationId="{3A5102F6-FF06-F947-B0C8-01047640FBC1}"/>
          </ac:picMkLst>
        </pc:picChg>
        <pc:picChg chg="add del">
          <ac:chgData name="Maite" userId="e39ee39b-8feb-4631-9f68-d509c9a9f4c6" providerId="ADAL" clId="{1863AED9-D848-254C-94D4-AAB0421F2CB1}" dt="2026-02-26T15:38:45.631" v="2300"/>
          <ac:picMkLst>
            <pc:docMk/>
            <pc:sldMk cId="263262923" sldId="303"/>
            <ac:picMk id="17" creationId="{D1D9247A-E81D-6844-91AB-928F0330AF50}"/>
          </ac:picMkLst>
        </pc:picChg>
        <pc:cxnChg chg="del mod">
          <ac:chgData name="Maite" userId="e39ee39b-8feb-4631-9f68-d509c9a9f4c6" providerId="ADAL" clId="{1863AED9-D848-254C-94D4-AAB0421F2CB1}" dt="2026-02-26T12:26:29.779" v="338"/>
          <ac:cxnSpMkLst>
            <pc:docMk/>
            <pc:sldMk cId="263262923" sldId="303"/>
            <ac:cxnSpMk id="13" creationId="{D76CEBD8-AF3E-4042-B6C7-9AFEB28132E9}"/>
          </ac:cxnSpMkLst>
        </pc:cxnChg>
      </pc:sldChg>
      <pc:sldChg chg="delSp modSp add">
        <pc:chgData name="Maite" userId="e39ee39b-8feb-4631-9f68-d509c9a9f4c6" providerId="ADAL" clId="{1863AED9-D848-254C-94D4-AAB0421F2CB1}" dt="2026-02-26T15:39:40.250" v="2308" actId="207"/>
        <pc:sldMkLst>
          <pc:docMk/>
          <pc:sldMk cId="693038405" sldId="304"/>
        </pc:sldMkLst>
        <pc:spChg chg="mod">
          <ac:chgData name="Maite" userId="e39ee39b-8feb-4631-9f68-d509c9a9f4c6" providerId="ADAL" clId="{1863AED9-D848-254C-94D4-AAB0421F2CB1}" dt="2026-02-26T15:39:40.250" v="2308" actId="207"/>
          <ac:spMkLst>
            <pc:docMk/>
            <pc:sldMk cId="693038405" sldId="304"/>
            <ac:spMk id="2" creationId="{E1AAF08B-AB44-6547-891C-337A413BF743}"/>
          </ac:spMkLst>
        </pc:spChg>
        <pc:spChg chg="del">
          <ac:chgData name="Maite" userId="e39ee39b-8feb-4631-9f68-d509c9a9f4c6" providerId="ADAL" clId="{1863AED9-D848-254C-94D4-AAB0421F2CB1}" dt="2026-02-26T13:46:56.823" v="1622" actId="478"/>
          <ac:spMkLst>
            <pc:docMk/>
            <pc:sldMk cId="693038405" sldId="304"/>
            <ac:spMk id="7" creationId="{E7865CB1-493D-E141-B70A-5D18A5EC74F7}"/>
          </ac:spMkLst>
        </pc:spChg>
        <pc:spChg chg="del">
          <ac:chgData name="Maite" userId="e39ee39b-8feb-4631-9f68-d509c9a9f4c6" providerId="ADAL" clId="{1863AED9-D848-254C-94D4-AAB0421F2CB1}" dt="2026-02-26T15:33:49.833" v="2235" actId="478"/>
          <ac:spMkLst>
            <pc:docMk/>
            <pc:sldMk cId="693038405" sldId="304"/>
            <ac:spMk id="8" creationId="{55C2E7B4-96A8-7C4F-BCF5-0A0217A17F89}"/>
          </ac:spMkLst>
        </pc:spChg>
        <pc:spChg chg="mod">
          <ac:chgData name="Maite" userId="e39ee39b-8feb-4631-9f68-d509c9a9f4c6" providerId="ADAL" clId="{1863AED9-D848-254C-94D4-AAB0421F2CB1}" dt="2026-02-26T15:33:54.483" v="2236" actId="207"/>
          <ac:spMkLst>
            <pc:docMk/>
            <pc:sldMk cId="693038405" sldId="304"/>
            <ac:spMk id="10" creationId="{2BCF689F-2CE8-BE49-9F6A-A5E2C1489191}"/>
          </ac:spMkLst>
        </pc:spChg>
      </pc:sldChg>
      <pc:sldChg chg="delSp modSp add">
        <pc:chgData name="Maite" userId="e39ee39b-8feb-4631-9f68-d509c9a9f4c6" providerId="ADAL" clId="{1863AED9-D848-254C-94D4-AAB0421F2CB1}" dt="2026-02-26T15:39:44.034" v="2309" actId="207"/>
        <pc:sldMkLst>
          <pc:docMk/>
          <pc:sldMk cId="42374455" sldId="305"/>
        </pc:sldMkLst>
        <pc:spChg chg="mod">
          <ac:chgData name="Maite" userId="e39ee39b-8feb-4631-9f68-d509c9a9f4c6" providerId="ADAL" clId="{1863AED9-D848-254C-94D4-AAB0421F2CB1}" dt="2026-02-26T15:39:44.034" v="2309" actId="207"/>
          <ac:spMkLst>
            <pc:docMk/>
            <pc:sldMk cId="42374455" sldId="305"/>
            <ac:spMk id="2" creationId="{E1AAF08B-AB44-6547-891C-337A413BF743}"/>
          </ac:spMkLst>
        </pc:spChg>
        <pc:spChg chg="del">
          <ac:chgData name="Maite" userId="e39ee39b-8feb-4631-9f68-d509c9a9f4c6" providerId="ADAL" clId="{1863AED9-D848-254C-94D4-AAB0421F2CB1}" dt="2026-02-26T13:47:01.429" v="1623" actId="478"/>
          <ac:spMkLst>
            <pc:docMk/>
            <pc:sldMk cId="42374455" sldId="305"/>
            <ac:spMk id="7" creationId="{E7865CB1-493D-E141-B70A-5D18A5EC74F7}"/>
          </ac:spMkLst>
        </pc:spChg>
        <pc:spChg chg="del">
          <ac:chgData name="Maite" userId="e39ee39b-8feb-4631-9f68-d509c9a9f4c6" providerId="ADAL" clId="{1863AED9-D848-254C-94D4-AAB0421F2CB1}" dt="2026-02-26T15:33:58.881" v="2237" actId="478"/>
          <ac:spMkLst>
            <pc:docMk/>
            <pc:sldMk cId="42374455" sldId="305"/>
            <ac:spMk id="8" creationId="{55C2E7B4-96A8-7C4F-BCF5-0A0217A17F89}"/>
          </ac:spMkLst>
        </pc:spChg>
        <pc:spChg chg="mod">
          <ac:chgData name="Maite" userId="e39ee39b-8feb-4631-9f68-d509c9a9f4c6" providerId="ADAL" clId="{1863AED9-D848-254C-94D4-AAB0421F2CB1}" dt="2026-02-26T15:34:04.494" v="2238" actId="207"/>
          <ac:spMkLst>
            <pc:docMk/>
            <pc:sldMk cId="42374455" sldId="305"/>
            <ac:spMk id="10" creationId="{2BCF689F-2CE8-BE49-9F6A-A5E2C1489191}"/>
          </ac:spMkLst>
        </pc:spChg>
      </pc:sldChg>
      <pc:sldChg chg="addSp delSp modSp add">
        <pc:chgData name="Maite" userId="e39ee39b-8feb-4631-9f68-d509c9a9f4c6" providerId="ADAL" clId="{1863AED9-D848-254C-94D4-AAB0421F2CB1}" dt="2026-02-26T15:38:29.303" v="2297" actId="478"/>
        <pc:sldMkLst>
          <pc:docMk/>
          <pc:sldMk cId="206667791" sldId="306"/>
        </pc:sldMkLst>
        <pc:spChg chg="del">
          <ac:chgData name="Maite" userId="e39ee39b-8feb-4631-9f68-d509c9a9f4c6" providerId="ADAL" clId="{1863AED9-D848-254C-94D4-AAB0421F2CB1}" dt="2026-02-26T13:15:11.306" v="1043" actId="478"/>
          <ac:spMkLst>
            <pc:docMk/>
            <pc:sldMk cId="206667791" sldId="306"/>
            <ac:spMk id="7" creationId="{202A3FF0-A168-5440-BB66-9445EF7A81AC}"/>
          </ac:spMkLst>
        </pc:spChg>
        <pc:spChg chg="del">
          <ac:chgData name="Maite" userId="e39ee39b-8feb-4631-9f68-d509c9a9f4c6" providerId="ADAL" clId="{1863AED9-D848-254C-94D4-AAB0421F2CB1}" dt="2026-02-26T13:12:17.083" v="986" actId="478"/>
          <ac:spMkLst>
            <pc:docMk/>
            <pc:sldMk cId="206667791" sldId="306"/>
            <ac:spMk id="8" creationId="{BF91F176-844B-674D-A6B6-813F824586C5}"/>
          </ac:spMkLst>
        </pc:spChg>
        <pc:spChg chg="del mod">
          <ac:chgData name="Maite" userId="e39ee39b-8feb-4631-9f68-d509c9a9f4c6" providerId="ADAL" clId="{1863AED9-D848-254C-94D4-AAB0421F2CB1}" dt="2026-02-26T13:52:22.035" v="1679" actId="478"/>
          <ac:spMkLst>
            <pc:docMk/>
            <pc:sldMk cId="206667791" sldId="306"/>
            <ac:spMk id="10" creationId="{B9CFB1B3-EEBF-7A4A-95DC-933AEFC8FA3F}"/>
          </ac:spMkLst>
        </pc:spChg>
        <pc:spChg chg="mod">
          <ac:chgData name="Maite" userId="e39ee39b-8feb-4631-9f68-d509c9a9f4c6" providerId="ADAL" clId="{1863AED9-D848-254C-94D4-AAB0421F2CB1}" dt="2026-02-26T14:07:09.681" v="2090" actId="1036"/>
          <ac:spMkLst>
            <pc:docMk/>
            <pc:sldMk cId="206667791" sldId="306"/>
            <ac:spMk id="12" creationId="{51C9942B-0A87-DD42-BC8A-4FE73ECEC448}"/>
          </ac:spMkLst>
        </pc:spChg>
        <pc:spChg chg="add mod">
          <ac:chgData name="Maite" userId="e39ee39b-8feb-4631-9f68-d509c9a9f4c6" providerId="ADAL" clId="{1863AED9-D848-254C-94D4-AAB0421F2CB1}" dt="2026-02-26T13:15:21.335" v="1049" actId="1035"/>
          <ac:spMkLst>
            <pc:docMk/>
            <pc:sldMk cId="206667791" sldId="306"/>
            <ac:spMk id="13" creationId="{C9F2CB46-974F-FA46-A0DF-9BBB28B6E8E2}"/>
          </ac:spMkLst>
        </pc:spChg>
        <pc:spChg chg="add">
          <ac:chgData name="Maite" userId="e39ee39b-8feb-4631-9f68-d509c9a9f4c6" providerId="ADAL" clId="{1863AED9-D848-254C-94D4-AAB0421F2CB1}" dt="2026-02-26T13:52:22.608" v="1680"/>
          <ac:spMkLst>
            <pc:docMk/>
            <pc:sldMk cId="206667791" sldId="306"/>
            <ac:spMk id="16" creationId="{15FCBB9D-F35F-B840-BCDF-EB4FAF6C9BF3}"/>
          </ac:spMkLst>
        </pc:spChg>
        <pc:graphicFrameChg chg="add mod">
          <ac:chgData name="Maite" userId="e39ee39b-8feb-4631-9f68-d509c9a9f4c6" providerId="ADAL" clId="{1863AED9-D848-254C-94D4-AAB0421F2CB1}" dt="2026-02-26T15:35:30.376" v="2244" actId="207"/>
          <ac:graphicFrameMkLst>
            <pc:docMk/>
            <pc:sldMk cId="206667791" sldId="306"/>
            <ac:graphicFrameMk id="11" creationId="{AF8EC7F7-7EB5-3A48-A4FC-34583BCC66CF}"/>
          </ac:graphicFrameMkLst>
        </pc:graphicFrameChg>
        <pc:graphicFrameChg chg="del mod">
          <ac:chgData name="Maite" userId="e39ee39b-8feb-4631-9f68-d509c9a9f4c6" providerId="ADAL" clId="{1863AED9-D848-254C-94D4-AAB0421F2CB1}" dt="2026-02-26T13:12:45.132" v="996" actId="478"/>
          <ac:graphicFrameMkLst>
            <pc:docMk/>
            <pc:sldMk cId="206667791" sldId="306"/>
            <ac:graphicFrameMk id="14" creationId="{E4DD25C5-9885-1642-9115-ECDE11E0F937}"/>
          </ac:graphicFrameMkLst>
        </pc:graphicFrameChg>
        <pc:picChg chg="add del">
          <ac:chgData name="Maite" userId="e39ee39b-8feb-4631-9f68-d509c9a9f4c6" providerId="ADAL" clId="{1863AED9-D848-254C-94D4-AAB0421F2CB1}" dt="2026-02-26T15:38:29.303" v="2297" actId="478"/>
          <ac:picMkLst>
            <pc:docMk/>
            <pc:sldMk cId="206667791" sldId="306"/>
            <ac:picMk id="17" creationId="{B4E39D8E-31AA-8D40-B195-BF6B6E473B25}"/>
          </ac:picMkLst>
        </pc:picChg>
        <pc:cxnChg chg="del">
          <ac:chgData name="Maite" userId="e39ee39b-8feb-4631-9f68-d509c9a9f4c6" providerId="ADAL" clId="{1863AED9-D848-254C-94D4-AAB0421F2CB1}" dt="2026-02-26T13:15:11.306" v="1043" actId="478"/>
          <ac:cxnSpMkLst>
            <pc:docMk/>
            <pc:sldMk cId="206667791" sldId="306"/>
            <ac:cxnSpMk id="9" creationId="{6C6377EB-EDCF-7D4A-8BE7-83B49A09AEEA}"/>
          </ac:cxnSpMkLst>
        </pc:cxnChg>
        <pc:cxnChg chg="add mod">
          <ac:chgData name="Maite" userId="e39ee39b-8feb-4631-9f68-d509c9a9f4c6" providerId="ADAL" clId="{1863AED9-D848-254C-94D4-AAB0421F2CB1}" dt="2026-02-26T13:15:19.446" v="1048" actId="1076"/>
          <ac:cxnSpMkLst>
            <pc:docMk/>
            <pc:sldMk cId="206667791" sldId="306"/>
            <ac:cxnSpMk id="15" creationId="{71A2D61B-5B16-7442-A1AD-A4F77FBF39A6}"/>
          </ac:cxnSpMkLst>
        </pc:cxnChg>
      </pc:sldChg>
      <pc:sldChg chg="addSp delSp modSp add">
        <pc:chgData name="Maite" userId="e39ee39b-8feb-4631-9f68-d509c9a9f4c6" providerId="ADAL" clId="{1863AED9-D848-254C-94D4-AAB0421F2CB1}" dt="2026-02-26T15:35:36.152" v="2245" actId="207"/>
        <pc:sldMkLst>
          <pc:docMk/>
          <pc:sldMk cId="2554342447" sldId="307"/>
        </pc:sldMkLst>
        <pc:spChg chg="add">
          <ac:chgData name="Maite" userId="e39ee39b-8feb-4631-9f68-d509c9a9f4c6" providerId="ADAL" clId="{1863AED9-D848-254C-94D4-AAB0421F2CB1}" dt="2026-02-26T13:52:25.119" v="1682"/>
          <ac:spMkLst>
            <pc:docMk/>
            <pc:sldMk cId="2554342447" sldId="307"/>
            <ac:spMk id="8" creationId="{896456CE-E5B8-BD4F-A0DD-81E7C73AD44B}"/>
          </ac:spMkLst>
        </pc:spChg>
        <pc:spChg chg="del mod">
          <ac:chgData name="Maite" userId="e39ee39b-8feb-4631-9f68-d509c9a9f4c6" providerId="ADAL" clId="{1863AED9-D848-254C-94D4-AAB0421F2CB1}" dt="2026-02-26T13:52:24.533" v="1681" actId="478"/>
          <ac:spMkLst>
            <pc:docMk/>
            <pc:sldMk cId="2554342447" sldId="307"/>
            <ac:spMk id="10" creationId="{B9CFB1B3-EEBF-7A4A-95DC-933AEFC8FA3F}"/>
          </ac:spMkLst>
        </pc:spChg>
        <pc:spChg chg="mod">
          <ac:chgData name="Maite" userId="e39ee39b-8feb-4631-9f68-d509c9a9f4c6" providerId="ADAL" clId="{1863AED9-D848-254C-94D4-AAB0421F2CB1}" dt="2026-02-26T14:07:03.880" v="2069" actId="1035"/>
          <ac:spMkLst>
            <pc:docMk/>
            <pc:sldMk cId="2554342447" sldId="307"/>
            <ac:spMk id="12" creationId="{51C9942B-0A87-DD42-BC8A-4FE73ECEC448}"/>
          </ac:spMkLst>
        </pc:spChg>
        <pc:graphicFrameChg chg="add mod">
          <ac:chgData name="Maite" userId="e39ee39b-8feb-4631-9f68-d509c9a9f4c6" providerId="ADAL" clId="{1863AED9-D848-254C-94D4-AAB0421F2CB1}" dt="2026-02-26T15:35:36.152" v="2245" actId="207"/>
          <ac:graphicFrameMkLst>
            <pc:docMk/>
            <pc:sldMk cId="2554342447" sldId="307"/>
            <ac:graphicFrameMk id="7" creationId="{E31E679B-BA9B-9A48-AD8C-455A9B721F84}"/>
          </ac:graphicFrameMkLst>
        </pc:graphicFrameChg>
        <pc:graphicFrameChg chg="del">
          <ac:chgData name="Maite" userId="e39ee39b-8feb-4631-9f68-d509c9a9f4c6" providerId="ADAL" clId="{1863AED9-D848-254C-94D4-AAB0421F2CB1}" dt="2026-02-26T13:17:07.451" v="1073" actId="478"/>
          <ac:graphicFrameMkLst>
            <pc:docMk/>
            <pc:sldMk cId="2554342447" sldId="307"/>
            <ac:graphicFrameMk id="11" creationId="{AF8EC7F7-7EB5-3A48-A4FC-34583BCC66CF}"/>
          </ac:graphicFrameMkLst>
        </pc:graphicFrameChg>
      </pc:sldChg>
      <pc:sldChg chg="addSp delSp modSp add">
        <pc:chgData name="Maite" userId="e39ee39b-8feb-4631-9f68-d509c9a9f4c6" providerId="ADAL" clId="{1863AED9-D848-254C-94D4-AAB0421F2CB1}" dt="2026-02-26T15:38:15.629" v="2296" actId="20577"/>
        <pc:sldMkLst>
          <pc:docMk/>
          <pc:sldMk cId="3955974490" sldId="308"/>
        </pc:sldMkLst>
        <pc:spChg chg="add mod">
          <ac:chgData name="Maite" userId="e39ee39b-8feb-4631-9f68-d509c9a9f4c6" providerId="ADAL" clId="{1863AED9-D848-254C-94D4-AAB0421F2CB1}" dt="2026-02-26T15:38:15.629" v="2296" actId="20577"/>
          <ac:spMkLst>
            <pc:docMk/>
            <pc:sldMk cId="3955974490" sldId="308"/>
            <ac:spMk id="9" creationId="{17DD0ADA-76DB-F44D-A907-4A634FCFEBE4}"/>
          </ac:spMkLst>
        </pc:spChg>
        <pc:spChg chg="del mod">
          <ac:chgData name="Maite" userId="e39ee39b-8feb-4631-9f68-d509c9a9f4c6" providerId="ADAL" clId="{1863AED9-D848-254C-94D4-AAB0421F2CB1}" dt="2026-02-26T13:52:27.564" v="1683" actId="478"/>
          <ac:spMkLst>
            <pc:docMk/>
            <pc:sldMk cId="3955974490" sldId="308"/>
            <ac:spMk id="10" creationId="{B9CFB1B3-EEBF-7A4A-95DC-933AEFC8FA3F}"/>
          </ac:spMkLst>
        </pc:spChg>
        <pc:spChg chg="add">
          <ac:chgData name="Maite" userId="e39ee39b-8feb-4631-9f68-d509c9a9f4c6" providerId="ADAL" clId="{1863AED9-D848-254C-94D4-AAB0421F2CB1}" dt="2026-02-26T13:52:28.145" v="1684"/>
          <ac:spMkLst>
            <pc:docMk/>
            <pc:sldMk cId="3955974490" sldId="308"/>
            <ac:spMk id="11" creationId="{716F3FC8-DA67-C442-A825-FE4460C9371D}"/>
          </ac:spMkLst>
        </pc:spChg>
        <pc:spChg chg="mod">
          <ac:chgData name="Maite" userId="e39ee39b-8feb-4631-9f68-d509c9a9f4c6" providerId="ADAL" clId="{1863AED9-D848-254C-94D4-AAB0421F2CB1}" dt="2026-02-26T14:06:56.212" v="2046" actId="1036"/>
          <ac:spMkLst>
            <pc:docMk/>
            <pc:sldMk cId="3955974490" sldId="308"/>
            <ac:spMk id="12" creationId="{51C9942B-0A87-DD42-BC8A-4FE73ECEC448}"/>
          </ac:spMkLst>
        </pc:spChg>
        <pc:graphicFrameChg chg="del mod">
          <ac:chgData name="Maite" userId="e39ee39b-8feb-4631-9f68-d509c9a9f4c6" providerId="ADAL" clId="{1863AED9-D848-254C-94D4-AAB0421F2CB1}" dt="2026-02-26T13:18:19.754" v="1092" actId="478"/>
          <ac:graphicFrameMkLst>
            <pc:docMk/>
            <pc:sldMk cId="3955974490" sldId="308"/>
            <ac:graphicFrameMk id="7" creationId="{E31E679B-BA9B-9A48-AD8C-455A9B721F84}"/>
          </ac:graphicFrameMkLst>
        </pc:graphicFrameChg>
        <pc:graphicFrameChg chg="add mod">
          <ac:chgData name="Maite" userId="e39ee39b-8feb-4631-9f68-d509c9a9f4c6" providerId="ADAL" clId="{1863AED9-D848-254C-94D4-AAB0421F2CB1}" dt="2026-02-26T15:36:09.873" v="2251" actId="207"/>
          <ac:graphicFrameMkLst>
            <pc:docMk/>
            <pc:sldMk cId="3955974490" sldId="308"/>
            <ac:graphicFrameMk id="8" creationId="{4C7ED280-2256-1E4D-A043-08BFE50BDB24}"/>
          </ac:graphicFrameMkLst>
        </pc:graphicFrameChg>
      </pc:sldChg>
      <pc:sldChg chg="addSp delSp modSp add">
        <pc:chgData name="Maite" userId="e39ee39b-8feb-4631-9f68-d509c9a9f4c6" providerId="ADAL" clId="{1863AED9-D848-254C-94D4-AAB0421F2CB1}" dt="2026-02-26T15:40:57.687" v="2320" actId="208"/>
        <pc:sldMkLst>
          <pc:docMk/>
          <pc:sldMk cId="4162713853" sldId="309"/>
        </pc:sldMkLst>
        <pc:spChg chg="del">
          <ac:chgData name="Maite" userId="e39ee39b-8feb-4631-9f68-d509c9a9f4c6" providerId="ADAL" clId="{1863AED9-D848-254C-94D4-AAB0421F2CB1}" dt="2026-02-26T13:20:14.323" v="1128" actId="478"/>
          <ac:spMkLst>
            <pc:docMk/>
            <pc:sldMk cId="4162713853" sldId="309"/>
            <ac:spMk id="9" creationId="{17DD0ADA-76DB-F44D-A907-4A634FCFEBE4}"/>
          </ac:spMkLst>
        </pc:spChg>
        <pc:spChg chg="mod">
          <ac:chgData name="Maite" userId="e39ee39b-8feb-4631-9f68-d509c9a9f4c6" providerId="ADAL" clId="{1863AED9-D848-254C-94D4-AAB0421F2CB1}" dt="2026-02-26T13:52:36.326" v="1686" actId="20577"/>
          <ac:spMkLst>
            <pc:docMk/>
            <pc:sldMk cId="4162713853" sldId="309"/>
            <ac:spMk id="10" creationId="{B9CFB1B3-EEBF-7A4A-95DC-933AEFC8FA3F}"/>
          </ac:spMkLst>
        </pc:spChg>
        <pc:spChg chg="mod">
          <ac:chgData name="Maite" userId="e39ee39b-8feb-4631-9f68-d509c9a9f4c6" providerId="ADAL" clId="{1863AED9-D848-254C-94D4-AAB0421F2CB1}" dt="2026-02-26T14:06:50.197" v="2024" actId="1035"/>
          <ac:spMkLst>
            <pc:docMk/>
            <pc:sldMk cId="4162713853" sldId="309"/>
            <ac:spMk id="12" creationId="{51C9942B-0A87-DD42-BC8A-4FE73ECEC448}"/>
          </ac:spMkLst>
        </pc:spChg>
        <pc:graphicFrameChg chg="del">
          <ac:chgData name="Maite" userId="e39ee39b-8feb-4631-9f68-d509c9a9f4c6" providerId="ADAL" clId="{1863AED9-D848-254C-94D4-AAB0421F2CB1}" dt="2026-02-26T13:20:14.323" v="1128" actId="478"/>
          <ac:graphicFrameMkLst>
            <pc:docMk/>
            <pc:sldMk cId="4162713853" sldId="309"/>
            <ac:graphicFrameMk id="8" creationId="{4C7ED280-2256-1E4D-A043-08BFE50BDB24}"/>
          </ac:graphicFrameMkLst>
        </pc:graphicFrameChg>
        <pc:graphicFrameChg chg="add mod">
          <ac:chgData name="Maite" userId="e39ee39b-8feb-4631-9f68-d509c9a9f4c6" providerId="ADAL" clId="{1863AED9-D848-254C-94D4-AAB0421F2CB1}" dt="2026-02-26T15:40:57.687" v="2320" actId="208"/>
          <ac:graphicFrameMkLst>
            <pc:docMk/>
            <pc:sldMk cId="4162713853" sldId="309"/>
            <ac:graphicFrameMk id="11" creationId="{20BEBA1D-0125-EF48-AAB9-E14627116207}"/>
          </ac:graphicFrameMkLst>
        </pc:graphicFrameChg>
      </pc:sldChg>
      <pc:sldChg chg="addSp delSp modSp add">
        <pc:chgData name="Maite" userId="e39ee39b-8feb-4631-9f68-d509c9a9f4c6" providerId="ADAL" clId="{1863AED9-D848-254C-94D4-AAB0421F2CB1}" dt="2026-02-26T15:41:20.092" v="2326" actId="208"/>
        <pc:sldMkLst>
          <pc:docMk/>
          <pc:sldMk cId="3703214421" sldId="310"/>
        </pc:sldMkLst>
        <pc:spChg chg="add">
          <ac:chgData name="Maite" userId="e39ee39b-8feb-4631-9f68-d509c9a9f4c6" providerId="ADAL" clId="{1863AED9-D848-254C-94D4-AAB0421F2CB1}" dt="2026-02-26T13:52:41.764" v="1688"/>
          <ac:spMkLst>
            <pc:docMk/>
            <pc:sldMk cId="3703214421" sldId="310"/>
            <ac:spMk id="8" creationId="{E2C6DE5E-4FF4-7246-8F66-80D3ED6A5BAF}"/>
          </ac:spMkLst>
        </pc:spChg>
        <pc:spChg chg="del mod">
          <ac:chgData name="Maite" userId="e39ee39b-8feb-4631-9f68-d509c9a9f4c6" providerId="ADAL" clId="{1863AED9-D848-254C-94D4-AAB0421F2CB1}" dt="2026-02-26T13:52:41.228" v="1687" actId="478"/>
          <ac:spMkLst>
            <pc:docMk/>
            <pc:sldMk cId="3703214421" sldId="310"/>
            <ac:spMk id="10" creationId="{B9CFB1B3-EEBF-7A4A-95DC-933AEFC8FA3F}"/>
          </ac:spMkLst>
        </pc:spChg>
        <pc:spChg chg="mod">
          <ac:chgData name="Maite" userId="e39ee39b-8feb-4631-9f68-d509c9a9f4c6" providerId="ADAL" clId="{1863AED9-D848-254C-94D4-AAB0421F2CB1}" dt="2026-02-26T14:06:45.265" v="2007" actId="1035"/>
          <ac:spMkLst>
            <pc:docMk/>
            <pc:sldMk cId="3703214421" sldId="310"/>
            <ac:spMk id="12" creationId="{51C9942B-0A87-DD42-BC8A-4FE73ECEC448}"/>
          </ac:spMkLst>
        </pc:spChg>
        <pc:graphicFrameChg chg="add mod">
          <ac:chgData name="Maite" userId="e39ee39b-8feb-4631-9f68-d509c9a9f4c6" providerId="ADAL" clId="{1863AED9-D848-254C-94D4-AAB0421F2CB1}" dt="2026-02-26T15:41:20.092" v="2326" actId="208"/>
          <ac:graphicFrameMkLst>
            <pc:docMk/>
            <pc:sldMk cId="3703214421" sldId="310"/>
            <ac:graphicFrameMk id="7" creationId="{F3DBD62F-AE19-4344-894E-E06F4C914218}"/>
          </ac:graphicFrameMkLst>
        </pc:graphicFrameChg>
        <pc:graphicFrameChg chg="del">
          <ac:chgData name="Maite" userId="e39ee39b-8feb-4631-9f68-d509c9a9f4c6" providerId="ADAL" clId="{1863AED9-D848-254C-94D4-AAB0421F2CB1}" dt="2026-02-26T13:22:11.068" v="1145" actId="478"/>
          <ac:graphicFrameMkLst>
            <pc:docMk/>
            <pc:sldMk cId="3703214421" sldId="310"/>
            <ac:graphicFrameMk id="11" creationId="{20BEBA1D-0125-EF48-AAB9-E14627116207}"/>
          </ac:graphicFrameMkLst>
        </pc:graphicFrameChg>
      </pc:sldChg>
      <pc:sldChg chg="addSp delSp modSp add">
        <pc:chgData name="Maite" userId="e39ee39b-8feb-4631-9f68-d509c9a9f4c6" providerId="ADAL" clId="{1863AED9-D848-254C-94D4-AAB0421F2CB1}" dt="2026-02-26T15:39:10.199" v="2304" actId="207"/>
        <pc:sldMkLst>
          <pc:docMk/>
          <pc:sldMk cId="3667758382" sldId="311"/>
        </pc:sldMkLst>
        <pc:spChg chg="add mod">
          <ac:chgData name="Maite" userId="e39ee39b-8feb-4631-9f68-d509c9a9f4c6" providerId="ADAL" clId="{1863AED9-D848-254C-94D4-AAB0421F2CB1}" dt="2026-02-26T15:39:10.199" v="2304" actId="207"/>
          <ac:spMkLst>
            <pc:docMk/>
            <pc:sldMk cId="3667758382" sldId="311"/>
            <ac:spMk id="9" creationId="{998F5021-E1F3-E942-B28A-42753FA52619}"/>
          </ac:spMkLst>
        </pc:spChg>
        <pc:spChg chg="mod">
          <ac:chgData name="Maite" userId="e39ee39b-8feb-4631-9f68-d509c9a9f4c6" providerId="ADAL" clId="{1863AED9-D848-254C-94D4-AAB0421F2CB1}" dt="2026-02-26T13:52:53.019" v="1693" actId="20577"/>
          <ac:spMkLst>
            <pc:docMk/>
            <pc:sldMk cId="3667758382" sldId="311"/>
            <ac:spMk id="10" creationId="{B9CFB1B3-EEBF-7A4A-95DC-933AEFC8FA3F}"/>
          </ac:spMkLst>
        </pc:spChg>
        <pc:spChg chg="add mod">
          <ac:chgData name="Maite" userId="e39ee39b-8feb-4631-9f68-d509c9a9f4c6" providerId="ADAL" clId="{1863AED9-D848-254C-94D4-AAB0421F2CB1}" dt="2026-02-26T15:39:10.199" v="2304" actId="207"/>
          <ac:spMkLst>
            <pc:docMk/>
            <pc:sldMk cId="3667758382" sldId="311"/>
            <ac:spMk id="11" creationId="{9C636A47-775C-0443-A394-D5A9C6491CDA}"/>
          </ac:spMkLst>
        </pc:spChg>
        <pc:spChg chg="mod">
          <ac:chgData name="Maite" userId="e39ee39b-8feb-4631-9f68-d509c9a9f4c6" providerId="ADAL" clId="{1863AED9-D848-254C-94D4-AAB0421F2CB1}" dt="2026-02-26T14:05:24.408" v="1872" actId="1036"/>
          <ac:spMkLst>
            <pc:docMk/>
            <pc:sldMk cId="3667758382" sldId="311"/>
            <ac:spMk id="12" creationId="{51C9942B-0A87-DD42-BC8A-4FE73ECEC448}"/>
          </ac:spMkLst>
        </pc:spChg>
        <pc:spChg chg="add mod">
          <ac:chgData name="Maite" userId="e39ee39b-8feb-4631-9f68-d509c9a9f4c6" providerId="ADAL" clId="{1863AED9-D848-254C-94D4-AAB0421F2CB1}" dt="2026-02-26T15:39:10.199" v="2304" actId="207"/>
          <ac:spMkLst>
            <pc:docMk/>
            <pc:sldMk cId="3667758382" sldId="311"/>
            <ac:spMk id="14" creationId="{5D1DA74C-073F-E64C-A454-E67D9101D68D}"/>
          </ac:spMkLst>
        </pc:spChg>
        <pc:spChg chg="add mod">
          <ac:chgData name="Maite" userId="e39ee39b-8feb-4631-9f68-d509c9a9f4c6" providerId="ADAL" clId="{1863AED9-D848-254C-94D4-AAB0421F2CB1}" dt="2026-02-26T15:39:10.199" v="2304" actId="207"/>
          <ac:spMkLst>
            <pc:docMk/>
            <pc:sldMk cId="3667758382" sldId="311"/>
            <ac:spMk id="16" creationId="{84AC12B0-F86F-DA48-ABAA-565FDB760281}"/>
          </ac:spMkLst>
        </pc:spChg>
        <pc:graphicFrameChg chg="del">
          <ac:chgData name="Maite" userId="e39ee39b-8feb-4631-9f68-d509c9a9f4c6" providerId="ADAL" clId="{1863AED9-D848-254C-94D4-AAB0421F2CB1}" dt="2026-02-26T13:23:29.278" v="1156" actId="478"/>
          <ac:graphicFrameMkLst>
            <pc:docMk/>
            <pc:sldMk cId="3667758382" sldId="311"/>
            <ac:graphicFrameMk id="7" creationId="{F3DBD62F-AE19-4344-894E-E06F4C914218}"/>
          </ac:graphicFrameMkLst>
        </pc:graphicFrameChg>
        <pc:graphicFrameChg chg="add mod">
          <ac:chgData name="Maite" userId="e39ee39b-8feb-4631-9f68-d509c9a9f4c6" providerId="ADAL" clId="{1863AED9-D848-254C-94D4-AAB0421F2CB1}" dt="2026-02-26T15:39:01.557" v="2302" actId="207"/>
          <ac:graphicFrameMkLst>
            <pc:docMk/>
            <pc:sldMk cId="3667758382" sldId="311"/>
            <ac:graphicFrameMk id="8" creationId="{E27B3E02-15C0-D44A-A2BF-46D2D20501D8}"/>
          </ac:graphicFrameMkLst>
        </pc:graphicFrameChg>
        <pc:picChg chg="add">
          <ac:chgData name="Maite" userId="e39ee39b-8feb-4631-9f68-d509c9a9f4c6" providerId="ADAL" clId="{1863AED9-D848-254C-94D4-AAB0421F2CB1}" dt="2026-02-26T15:38:48.446" v="2301"/>
          <ac:picMkLst>
            <pc:docMk/>
            <pc:sldMk cId="3667758382" sldId="311"/>
            <ac:picMk id="17" creationId="{1F01284F-0B6A-A147-9F91-83206195E69D}"/>
          </ac:picMkLst>
        </pc:picChg>
      </pc:sldChg>
      <pc:sldChg chg="addSp delSp modSp add">
        <pc:chgData name="Maite" userId="e39ee39b-8feb-4631-9f68-d509c9a9f4c6" providerId="ADAL" clId="{1863AED9-D848-254C-94D4-AAB0421F2CB1}" dt="2026-02-26T15:39:19.225" v="2306" actId="207"/>
        <pc:sldMkLst>
          <pc:docMk/>
          <pc:sldMk cId="4096904241" sldId="312"/>
        </pc:sldMkLst>
        <pc:spChg chg="del">
          <ac:chgData name="Maite" userId="e39ee39b-8feb-4631-9f68-d509c9a9f4c6" providerId="ADAL" clId="{1863AED9-D848-254C-94D4-AAB0421F2CB1}" dt="2026-02-26T13:24:41.381" v="1175" actId="478"/>
          <ac:spMkLst>
            <pc:docMk/>
            <pc:sldMk cId="4096904241" sldId="312"/>
            <ac:spMk id="9" creationId="{998F5021-E1F3-E942-B28A-42753FA52619}"/>
          </ac:spMkLst>
        </pc:spChg>
        <pc:spChg chg="mod">
          <ac:chgData name="Maite" userId="e39ee39b-8feb-4631-9f68-d509c9a9f4c6" providerId="ADAL" clId="{1863AED9-D848-254C-94D4-AAB0421F2CB1}" dt="2026-02-26T13:51:48.338" v="1668" actId="108"/>
          <ac:spMkLst>
            <pc:docMk/>
            <pc:sldMk cId="4096904241" sldId="312"/>
            <ac:spMk id="10" creationId="{B9CFB1B3-EEBF-7A4A-95DC-933AEFC8FA3F}"/>
          </ac:spMkLst>
        </pc:spChg>
        <pc:spChg chg="del">
          <ac:chgData name="Maite" userId="e39ee39b-8feb-4631-9f68-d509c9a9f4c6" providerId="ADAL" clId="{1863AED9-D848-254C-94D4-AAB0421F2CB1}" dt="2026-02-26T13:24:41.381" v="1175" actId="478"/>
          <ac:spMkLst>
            <pc:docMk/>
            <pc:sldMk cId="4096904241" sldId="312"/>
            <ac:spMk id="11" creationId="{9C636A47-775C-0443-A394-D5A9C6491CDA}"/>
          </ac:spMkLst>
        </pc:spChg>
        <pc:spChg chg="mod">
          <ac:chgData name="Maite" userId="e39ee39b-8feb-4631-9f68-d509c9a9f4c6" providerId="ADAL" clId="{1863AED9-D848-254C-94D4-AAB0421F2CB1}" dt="2026-02-26T14:05:16.419" v="1870" actId="1076"/>
          <ac:spMkLst>
            <pc:docMk/>
            <pc:sldMk cId="4096904241" sldId="312"/>
            <ac:spMk id="12" creationId="{51C9942B-0A87-DD42-BC8A-4FE73ECEC448}"/>
          </ac:spMkLst>
        </pc:spChg>
        <pc:spChg chg="del">
          <ac:chgData name="Maite" userId="e39ee39b-8feb-4631-9f68-d509c9a9f4c6" providerId="ADAL" clId="{1863AED9-D848-254C-94D4-AAB0421F2CB1}" dt="2026-02-26T13:24:41.381" v="1175" actId="478"/>
          <ac:spMkLst>
            <pc:docMk/>
            <pc:sldMk cId="4096904241" sldId="312"/>
            <ac:spMk id="14" creationId="{5D1DA74C-073F-E64C-A454-E67D9101D68D}"/>
          </ac:spMkLst>
        </pc:spChg>
        <pc:spChg chg="del">
          <ac:chgData name="Maite" userId="e39ee39b-8feb-4631-9f68-d509c9a9f4c6" providerId="ADAL" clId="{1863AED9-D848-254C-94D4-AAB0421F2CB1}" dt="2026-02-26T13:24:41.381" v="1175" actId="478"/>
          <ac:spMkLst>
            <pc:docMk/>
            <pc:sldMk cId="4096904241" sldId="312"/>
            <ac:spMk id="16" creationId="{84AC12B0-F86F-DA48-ABAA-565FDB760281}"/>
          </ac:spMkLst>
        </pc:spChg>
        <pc:spChg chg="add mod">
          <ac:chgData name="Maite" userId="e39ee39b-8feb-4631-9f68-d509c9a9f4c6" providerId="ADAL" clId="{1863AED9-D848-254C-94D4-AAB0421F2CB1}" dt="2026-02-26T15:39:19.225" v="2306" actId="207"/>
          <ac:spMkLst>
            <pc:docMk/>
            <pc:sldMk cId="4096904241" sldId="312"/>
            <ac:spMk id="18" creationId="{B377DF17-B9D8-8543-ACCD-BBD785F826A5}"/>
          </ac:spMkLst>
        </pc:spChg>
        <pc:spChg chg="add mod">
          <ac:chgData name="Maite" userId="e39ee39b-8feb-4631-9f68-d509c9a9f4c6" providerId="ADAL" clId="{1863AED9-D848-254C-94D4-AAB0421F2CB1}" dt="2026-02-26T15:39:19.225" v="2306" actId="207"/>
          <ac:spMkLst>
            <pc:docMk/>
            <pc:sldMk cId="4096904241" sldId="312"/>
            <ac:spMk id="19" creationId="{3EEE7BB5-1335-5744-B8CD-15E495C692E3}"/>
          </ac:spMkLst>
        </pc:spChg>
        <pc:spChg chg="add mod">
          <ac:chgData name="Maite" userId="e39ee39b-8feb-4631-9f68-d509c9a9f4c6" providerId="ADAL" clId="{1863AED9-D848-254C-94D4-AAB0421F2CB1}" dt="2026-02-26T15:39:19.225" v="2306" actId="207"/>
          <ac:spMkLst>
            <pc:docMk/>
            <pc:sldMk cId="4096904241" sldId="312"/>
            <ac:spMk id="20" creationId="{C65F5E68-DA54-094D-B5EF-E4567D464EB2}"/>
          </ac:spMkLst>
        </pc:spChg>
        <pc:spChg chg="add mod">
          <ac:chgData name="Maite" userId="e39ee39b-8feb-4631-9f68-d509c9a9f4c6" providerId="ADAL" clId="{1863AED9-D848-254C-94D4-AAB0421F2CB1}" dt="2026-02-26T15:39:19.225" v="2306" actId="207"/>
          <ac:spMkLst>
            <pc:docMk/>
            <pc:sldMk cId="4096904241" sldId="312"/>
            <ac:spMk id="21" creationId="{3055DE8A-CF8F-C04B-9E88-235EE620C530}"/>
          </ac:spMkLst>
        </pc:spChg>
        <pc:spChg chg="add mod">
          <ac:chgData name="Maite" userId="e39ee39b-8feb-4631-9f68-d509c9a9f4c6" providerId="ADAL" clId="{1863AED9-D848-254C-94D4-AAB0421F2CB1}" dt="2026-02-26T15:39:19.225" v="2306" actId="207"/>
          <ac:spMkLst>
            <pc:docMk/>
            <pc:sldMk cId="4096904241" sldId="312"/>
            <ac:spMk id="22" creationId="{ECCD6DDF-2BE4-F74D-9C3B-C73CB80C32A3}"/>
          </ac:spMkLst>
        </pc:spChg>
        <pc:graphicFrameChg chg="del">
          <ac:chgData name="Maite" userId="e39ee39b-8feb-4631-9f68-d509c9a9f4c6" providerId="ADAL" clId="{1863AED9-D848-254C-94D4-AAB0421F2CB1}" dt="2026-02-26T13:24:41.381" v="1175" actId="478"/>
          <ac:graphicFrameMkLst>
            <pc:docMk/>
            <pc:sldMk cId="4096904241" sldId="312"/>
            <ac:graphicFrameMk id="8" creationId="{E27B3E02-15C0-D44A-A2BF-46D2D20501D8}"/>
          </ac:graphicFrameMkLst>
        </pc:graphicFrameChg>
        <pc:graphicFrameChg chg="add mod">
          <ac:chgData name="Maite" userId="e39ee39b-8feb-4631-9f68-d509c9a9f4c6" providerId="ADAL" clId="{1863AED9-D848-254C-94D4-AAB0421F2CB1}" dt="2026-02-26T15:39:16.035" v="2305" actId="207"/>
          <ac:graphicFrameMkLst>
            <pc:docMk/>
            <pc:sldMk cId="4096904241" sldId="312"/>
            <ac:graphicFrameMk id="17" creationId="{417562F4-47EB-0940-B347-6AD1C80D50C7}"/>
          </ac:graphicFrameMkLst>
        </pc:graphicFrameChg>
      </pc:sldChg>
      <pc:sldChg chg="add del">
        <pc:chgData name="Maite" userId="e39ee39b-8feb-4631-9f68-d509c9a9f4c6" providerId="ADAL" clId="{1863AED9-D848-254C-94D4-AAB0421F2CB1}" dt="2026-02-26T13:25:53.037" v="1207" actId="2696"/>
        <pc:sldMkLst>
          <pc:docMk/>
          <pc:sldMk cId="755485526" sldId="313"/>
        </pc:sldMkLst>
      </pc:sldChg>
      <pc:sldMasterChg chg="modSldLayout">
        <pc:chgData name="Maite" userId="e39ee39b-8feb-4631-9f68-d509c9a9f4c6" providerId="ADAL" clId="{1863AED9-D848-254C-94D4-AAB0421F2CB1}" dt="2026-02-26T15:32:47.217" v="2225" actId="207"/>
        <pc:sldMasterMkLst>
          <pc:docMk/>
          <pc:sldMasterMk cId="2281390595" sldId="2147483648"/>
        </pc:sldMasterMkLst>
        <pc:sldLayoutChg chg="addSp delSp modSp">
          <pc:chgData name="Maite" userId="e39ee39b-8feb-4631-9f68-d509c9a9f4c6" providerId="ADAL" clId="{1863AED9-D848-254C-94D4-AAB0421F2CB1}" dt="2026-02-26T15:32:47.217" v="2225" actId="207"/>
          <pc:sldLayoutMkLst>
            <pc:docMk/>
            <pc:sldMasterMk cId="2281390595" sldId="2147483648"/>
            <pc:sldLayoutMk cId="2781411672" sldId="2147483649"/>
          </pc:sldLayoutMkLst>
          <pc:spChg chg="del">
            <ac:chgData name="Maite" userId="e39ee39b-8feb-4631-9f68-d509c9a9f4c6" providerId="ADAL" clId="{1863AED9-D848-254C-94D4-AAB0421F2CB1}" dt="2026-02-26T12:08:51.075" v="95"/>
            <ac:spMkLst>
              <pc:docMk/>
              <pc:sldMasterMk cId="2281390595" sldId="2147483648"/>
              <pc:sldLayoutMk cId="2781411672" sldId="2147483649"/>
              <ac:spMk id="12" creationId="{883F979F-F063-A34C-8307-6B7B894805C3}"/>
            </ac:spMkLst>
          </pc:spChg>
          <pc:spChg chg="add del">
            <ac:chgData name="Maite" userId="e39ee39b-8feb-4631-9f68-d509c9a9f4c6" providerId="ADAL" clId="{1863AED9-D848-254C-94D4-AAB0421F2CB1}" dt="2026-02-26T15:31:03.015" v="2209" actId="478"/>
            <ac:spMkLst>
              <pc:docMk/>
              <pc:sldMasterMk cId="2281390595" sldId="2147483648"/>
              <pc:sldLayoutMk cId="2781411672" sldId="2147483649"/>
              <ac:spMk id="13" creationId="{E3296EAD-B59A-9149-BA6F-82D4CAEEA19C}"/>
            </ac:spMkLst>
          </pc:spChg>
          <pc:spChg chg="add">
            <ac:chgData name="Maite" userId="e39ee39b-8feb-4631-9f68-d509c9a9f4c6" providerId="ADAL" clId="{1863AED9-D848-254C-94D4-AAB0421F2CB1}" dt="2026-02-26T12:26:33.853" v="339"/>
            <ac:spMkLst>
              <pc:docMk/>
              <pc:sldMasterMk cId="2281390595" sldId="2147483648"/>
              <pc:sldLayoutMk cId="2781411672" sldId="2147483649"/>
              <ac:spMk id="18" creationId="{328DD2DB-6EB2-E047-A690-19DC5E706481}"/>
            </ac:spMkLst>
          </pc:spChg>
          <pc:spChg chg="add mod">
            <ac:chgData name="Maite" userId="e39ee39b-8feb-4631-9f68-d509c9a9f4c6" providerId="ADAL" clId="{1863AED9-D848-254C-94D4-AAB0421F2CB1}" dt="2026-02-26T15:32:47.217" v="2225" actId="207"/>
            <ac:spMkLst>
              <pc:docMk/>
              <pc:sldMasterMk cId="2281390595" sldId="2147483648"/>
              <pc:sldLayoutMk cId="2781411672" sldId="2147483649"/>
              <ac:spMk id="20" creationId="{E6EFF949-F758-974B-B668-77FD70F28728}"/>
            </ac:spMkLst>
          </pc:spChg>
          <pc:grpChg chg="del">
            <ac:chgData name="Maite" userId="e39ee39b-8feb-4631-9f68-d509c9a9f4c6" providerId="ADAL" clId="{1863AED9-D848-254C-94D4-AAB0421F2CB1}" dt="2026-02-26T11:58:03.040" v="8" actId="478"/>
            <ac:grpSpMkLst>
              <pc:docMk/>
              <pc:sldMasterMk cId="2281390595" sldId="2147483648"/>
              <pc:sldLayoutMk cId="2781411672" sldId="2147483649"/>
              <ac:grpSpMk id="8" creationId="{94014FE7-A77C-D34A-82FA-86EE745D9532}"/>
            </ac:grpSpMkLst>
          </pc:grpChg>
          <pc:grpChg chg="add">
            <ac:chgData name="Maite" userId="e39ee39b-8feb-4631-9f68-d509c9a9f4c6" providerId="ADAL" clId="{1863AED9-D848-254C-94D4-AAB0421F2CB1}" dt="2026-02-26T12:26:20.051" v="337"/>
            <ac:grpSpMkLst>
              <pc:docMk/>
              <pc:sldMasterMk cId="2281390595" sldId="2147483648"/>
              <pc:sldLayoutMk cId="2781411672" sldId="2147483649"/>
              <ac:grpSpMk id="15" creationId="{20C6D742-E2A2-0C45-9596-717DC794ECB6}"/>
            </ac:grpSpMkLst>
          </pc:grpChg>
          <pc:picChg chg="del">
            <ac:chgData name="Maite" userId="e39ee39b-8feb-4631-9f68-d509c9a9f4c6" providerId="ADAL" clId="{1863AED9-D848-254C-94D4-AAB0421F2CB1}" dt="2026-02-26T11:57:57.068" v="7" actId="478"/>
            <ac:picMkLst>
              <pc:docMk/>
              <pc:sldMasterMk cId="2281390595" sldId="2147483648"/>
              <pc:sldLayoutMk cId="2781411672" sldId="2147483649"/>
              <ac:picMk id="14" creationId="{61F713D2-DAC6-9D48-BCD4-135CC5715042}"/>
            </ac:picMkLst>
          </pc:picChg>
          <pc:picChg chg="add mod modCrop">
            <ac:chgData name="Maite" userId="e39ee39b-8feb-4631-9f68-d509c9a9f4c6" providerId="ADAL" clId="{1863AED9-D848-254C-94D4-AAB0421F2CB1}" dt="2026-02-26T15:31:01.417" v="2208" actId="167"/>
            <ac:picMkLst>
              <pc:docMk/>
              <pc:sldMasterMk cId="2281390595" sldId="2147483648"/>
              <pc:sldLayoutMk cId="2781411672" sldId="2147483649"/>
              <ac:picMk id="21" creationId="{370AE5EE-A9C3-4B4D-A52E-0DCF008F99E9}"/>
            </ac:picMkLst>
          </pc:picChg>
          <pc:cxnChg chg="del">
            <ac:chgData name="Maite" userId="e39ee39b-8feb-4631-9f68-d509c9a9f4c6" providerId="ADAL" clId="{1863AED9-D848-254C-94D4-AAB0421F2CB1}" dt="2026-02-26T12:08:47.948" v="94" actId="478"/>
            <ac:cxnSpMkLst>
              <pc:docMk/>
              <pc:sldMasterMk cId="2281390595" sldId="2147483648"/>
              <pc:sldLayoutMk cId="2781411672" sldId="2147483649"/>
              <ac:cxnSpMk id="11" creationId="{EBDE6EFE-52B0-754B-91B2-51909E58AE8D}"/>
            </ac:cxnSpMkLst>
          </pc:cxnChg>
          <pc:cxnChg chg="add">
            <ac:chgData name="Maite" userId="e39ee39b-8feb-4631-9f68-d509c9a9f4c6" providerId="ADAL" clId="{1863AED9-D848-254C-94D4-AAB0421F2CB1}" dt="2026-02-26T12:26:33.853" v="339"/>
            <ac:cxnSpMkLst>
              <pc:docMk/>
              <pc:sldMasterMk cId="2281390595" sldId="2147483648"/>
              <pc:sldLayoutMk cId="2781411672" sldId="2147483649"/>
              <ac:cxnSpMk id="19" creationId="{F33B0896-D2A3-FB42-9772-F603F0FF34B7}"/>
            </ac:cxnSpMkLst>
          </pc:cxnChg>
        </pc:sldLayoutChg>
        <pc:sldLayoutChg chg="addSp delSp modSp">
          <pc:chgData name="Maite" userId="e39ee39b-8feb-4631-9f68-d509c9a9f4c6" providerId="ADAL" clId="{1863AED9-D848-254C-94D4-AAB0421F2CB1}" dt="2026-02-26T15:31:55.168" v="2222" actId="478"/>
          <pc:sldLayoutMkLst>
            <pc:docMk/>
            <pc:sldMasterMk cId="2281390595" sldId="2147483648"/>
            <pc:sldLayoutMk cId="3175631938" sldId="2147483650"/>
          </pc:sldLayoutMkLst>
          <pc:spChg chg="del">
            <ac:chgData name="Maite" userId="e39ee39b-8feb-4631-9f68-d509c9a9f4c6" providerId="ADAL" clId="{1863AED9-D848-254C-94D4-AAB0421F2CB1}" dt="2026-02-26T13:00:29.656" v="684" actId="478"/>
            <ac:spMkLst>
              <pc:docMk/>
              <pc:sldMasterMk cId="2281390595" sldId="2147483648"/>
              <pc:sldLayoutMk cId="3175631938" sldId="2147483650"/>
              <ac:spMk id="2" creationId="{AEA4009D-55AC-B04F-9264-A019342A231F}"/>
            </ac:spMkLst>
          </pc:spChg>
          <pc:spChg chg="del">
            <ac:chgData name="Maite" userId="e39ee39b-8feb-4631-9f68-d509c9a9f4c6" providerId="ADAL" clId="{1863AED9-D848-254C-94D4-AAB0421F2CB1}" dt="2026-02-26T13:00:29.656" v="684" actId="478"/>
            <ac:spMkLst>
              <pc:docMk/>
              <pc:sldMasterMk cId="2281390595" sldId="2147483648"/>
              <pc:sldLayoutMk cId="3175631938" sldId="2147483650"/>
              <ac:spMk id="3" creationId="{2D87AC5E-2E29-DF42-B82D-A5E364F607CD}"/>
            </ac:spMkLst>
          </pc:spChg>
          <pc:spChg chg="del">
            <ac:chgData name="Maite" userId="e39ee39b-8feb-4631-9f68-d509c9a9f4c6" providerId="ADAL" clId="{1863AED9-D848-254C-94D4-AAB0421F2CB1}" dt="2026-02-26T13:00:29.656" v="684" actId="478"/>
            <ac:spMkLst>
              <pc:docMk/>
              <pc:sldMasterMk cId="2281390595" sldId="2147483648"/>
              <pc:sldLayoutMk cId="3175631938" sldId="2147483650"/>
              <ac:spMk id="4" creationId="{41AAC5C1-AA3E-6B4E-8579-E0D14EEDF53A}"/>
            </ac:spMkLst>
          </pc:spChg>
          <pc:spChg chg="del">
            <ac:chgData name="Maite" userId="e39ee39b-8feb-4631-9f68-d509c9a9f4c6" providerId="ADAL" clId="{1863AED9-D848-254C-94D4-AAB0421F2CB1}" dt="2026-02-26T13:00:29.656" v="684" actId="478"/>
            <ac:spMkLst>
              <pc:docMk/>
              <pc:sldMasterMk cId="2281390595" sldId="2147483648"/>
              <pc:sldLayoutMk cId="3175631938" sldId="2147483650"/>
              <ac:spMk id="5" creationId="{973D80DF-3ED3-DD4C-866B-F07896E78CD8}"/>
            </ac:spMkLst>
          </pc:spChg>
          <pc:spChg chg="del">
            <ac:chgData name="Maite" userId="e39ee39b-8feb-4631-9f68-d509c9a9f4c6" providerId="ADAL" clId="{1863AED9-D848-254C-94D4-AAB0421F2CB1}" dt="2026-02-26T13:00:29.656" v="684" actId="478"/>
            <ac:spMkLst>
              <pc:docMk/>
              <pc:sldMasterMk cId="2281390595" sldId="2147483648"/>
              <pc:sldLayoutMk cId="3175631938" sldId="2147483650"/>
              <ac:spMk id="6" creationId="{F3E4D02F-E2E7-8E4B-99BC-70F13D51BF74}"/>
            </ac:spMkLst>
          </pc:spChg>
          <pc:spChg chg="add del mod">
            <ac:chgData name="Maite" userId="e39ee39b-8feb-4631-9f68-d509c9a9f4c6" providerId="ADAL" clId="{1863AED9-D848-254C-94D4-AAB0421F2CB1}" dt="2026-02-26T15:31:55.168" v="2222" actId="478"/>
            <ac:spMkLst>
              <pc:docMk/>
              <pc:sldMasterMk cId="2281390595" sldId="2147483648"/>
              <pc:sldLayoutMk cId="3175631938" sldId="2147483650"/>
              <ac:spMk id="7" creationId="{3BF412F6-DA79-4D41-8D31-A725ACEBA06B}"/>
            </ac:spMkLst>
          </pc:spChg>
          <pc:spChg chg="add mod">
            <ac:chgData name="Maite" userId="e39ee39b-8feb-4631-9f68-d509c9a9f4c6" providerId="ADAL" clId="{1863AED9-D848-254C-94D4-AAB0421F2CB1}" dt="2026-02-26T13:02:16.663" v="705" actId="1037"/>
            <ac:spMkLst>
              <pc:docMk/>
              <pc:sldMasterMk cId="2281390595" sldId="2147483648"/>
              <pc:sldLayoutMk cId="3175631938" sldId="2147483650"/>
              <ac:spMk id="8" creationId="{ABB43BDF-C85F-274A-B957-5A95745A7701}"/>
            </ac:spMkLst>
          </pc:spChg>
          <pc:spChg chg="add del">
            <ac:chgData name="Maite" userId="e39ee39b-8feb-4631-9f68-d509c9a9f4c6" providerId="ADAL" clId="{1863AED9-D848-254C-94D4-AAB0421F2CB1}" dt="2026-02-26T13:02:39.355" v="709" actId="478"/>
            <ac:spMkLst>
              <pc:docMk/>
              <pc:sldMasterMk cId="2281390595" sldId="2147483648"/>
              <pc:sldLayoutMk cId="3175631938" sldId="2147483650"/>
              <ac:spMk id="17" creationId="{422D3B71-44F6-1F49-8F66-AD15AD14C522}"/>
            </ac:spMkLst>
          </pc:spChg>
          <pc:spChg chg="add del">
            <ac:chgData name="Maite" userId="e39ee39b-8feb-4631-9f68-d509c9a9f4c6" providerId="ADAL" clId="{1863AED9-D848-254C-94D4-AAB0421F2CB1}" dt="2026-02-26T13:02:39.355" v="709" actId="478"/>
            <ac:spMkLst>
              <pc:docMk/>
              <pc:sldMasterMk cId="2281390595" sldId="2147483648"/>
              <pc:sldLayoutMk cId="3175631938" sldId="2147483650"/>
              <ac:spMk id="18" creationId="{F3020F1F-2F4B-8740-BED4-83E082DC5B28}"/>
            </ac:spMkLst>
          </pc:spChg>
          <pc:spChg chg="add del">
            <ac:chgData name="Maite" userId="e39ee39b-8feb-4631-9f68-d509c9a9f4c6" providerId="ADAL" clId="{1863AED9-D848-254C-94D4-AAB0421F2CB1}" dt="2026-02-26T13:02:39.355" v="709" actId="478"/>
            <ac:spMkLst>
              <pc:docMk/>
              <pc:sldMasterMk cId="2281390595" sldId="2147483648"/>
              <pc:sldLayoutMk cId="3175631938" sldId="2147483650"/>
              <ac:spMk id="19" creationId="{5A89929F-69FD-EB4B-9F91-DAA26C60C23E}"/>
            </ac:spMkLst>
          </pc:spChg>
          <pc:grpChg chg="add del mod">
            <ac:chgData name="Maite" userId="e39ee39b-8feb-4631-9f68-d509c9a9f4c6" providerId="ADAL" clId="{1863AED9-D848-254C-94D4-AAB0421F2CB1}" dt="2026-02-26T13:00:55.646" v="690" actId="478"/>
            <ac:grpSpMkLst>
              <pc:docMk/>
              <pc:sldMasterMk cId="2281390595" sldId="2147483648"/>
              <pc:sldLayoutMk cId="3175631938" sldId="2147483650"/>
              <ac:grpSpMk id="10" creationId="{D733100B-8CA8-5342-A6CC-5DB29F0CAFB8}"/>
            </ac:grpSpMkLst>
          </pc:grpChg>
          <pc:grpChg chg="add mod">
            <ac:chgData name="Maite" userId="e39ee39b-8feb-4631-9f68-d509c9a9f4c6" providerId="ADAL" clId="{1863AED9-D848-254C-94D4-AAB0421F2CB1}" dt="2026-02-26T13:02:46.803" v="711" actId="1076"/>
            <ac:grpSpMkLst>
              <pc:docMk/>
              <pc:sldMasterMk cId="2281390595" sldId="2147483648"/>
              <pc:sldLayoutMk cId="3175631938" sldId="2147483650"/>
              <ac:grpSpMk id="14" creationId="{F6B2B9FE-60BC-5F43-BBD6-BAD9BDFEC1FF}"/>
            </ac:grpSpMkLst>
          </pc:grpChg>
          <pc:picChg chg="add mod modCrop">
            <ac:chgData name="Maite" userId="e39ee39b-8feb-4631-9f68-d509c9a9f4c6" providerId="ADAL" clId="{1863AED9-D848-254C-94D4-AAB0421F2CB1}" dt="2026-02-26T15:31:54.166" v="2221" actId="167"/>
            <ac:picMkLst>
              <pc:docMk/>
              <pc:sldMasterMk cId="2281390595" sldId="2147483648"/>
              <pc:sldLayoutMk cId="3175631938" sldId="2147483650"/>
              <ac:picMk id="22" creationId="{41F36F4C-0F77-CD42-AFF4-DD9470EA70DF}"/>
            </ac:picMkLst>
          </pc:picChg>
          <pc:cxnChg chg="add mod">
            <ac:chgData name="Maite" userId="e39ee39b-8feb-4631-9f68-d509c9a9f4c6" providerId="ADAL" clId="{1863AED9-D848-254C-94D4-AAB0421F2CB1}" dt="2026-02-26T13:02:57.463" v="712" actId="14100"/>
            <ac:cxnSpMkLst>
              <pc:docMk/>
              <pc:sldMasterMk cId="2281390595" sldId="2147483648"/>
              <pc:sldLayoutMk cId="3175631938" sldId="2147483650"/>
              <ac:cxnSpMk id="9" creationId="{12B20494-2225-4049-B190-6A378E833FE5}"/>
            </ac:cxnSpMkLst>
          </pc:cxnChg>
        </pc:sldLayoutChg>
        <pc:sldLayoutChg chg="addSp delSp modSp">
          <pc:chgData name="Maite" userId="e39ee39b-8feb-4631-9f68-d509c9a9f4c6" providerId="ADAL" clId="{1863AED9-D848-254C-94D4-AAB0421F2CB1}" dt="2026-02-26T15:31:39.140" v="2218" actId="478"/>
          <pc:sldLayoutMkLst>
            <pc:docMk/>
            <pc:sldMasterMk cId="2281390595" sldId="2147483648"/>
            <pc:sldLayoutMk cId="1937456293" sldId="2147483672"/>
          </pc:sldLayoutMkLst>
          <pc:spChg chg="add del mod">
            <ac:chgData name="Maite" userId="e39ee39b-8feb-4631-9f68-d509c9a9f4c6" providerId="ADAL" clId="{1863AED9-D848-254C-94D4-AAB0421F2CB1}" dt="2026-02-26T13:13:47.655" v="1008"/>
            <ac:spMkLst>
              <pc:docMk/>
              <pc:sldMasterMk cId="2281390595" sldId="2147483648"/>
              <pc:sldLayoutMk cId="1937456293" sldId="2147483672"/>
              <ac:spMk id="9" creationId="{C0601F8E-D0D9-984A-BC42-C9AD1D2D3B00}"/>
            </ac:spMkLst>
          </pc:spChg>
          <pc:spChg chg="del mod">
            <ac:chgData name="Maite" userId="e39ee39b-8feb-4631-9f68-d509c9a9f4c6" providerId="ADAL" clId="{1863AED9-D848-254C-94D4-AAB0421F2CB1}" dt="2026-02-26T15:31:39.140" v="2218" actId="478"/>
            <ac:spMkLst>
              <pc:docMk/>
              <pc:sldMasterMk cId="2281390595" sldId="2147483648"/>
              <pc:sldLayoutMk cId="1937456293" sldId="2147483672"/>
              <ac:spMk id="13" creationId="{E3296EAD-B59A-9149-BA6F-82D4CAEEA19C}"/>
            </ac:spMkLst>
          </pc:spChg>
          <pc:spChg chg="add del">
            <ac:chgData name="Maite" userId="e39ee39b-8feb-4631-9f68-d509c9a9f4c6" providerId="ADAL" clId="{1863AED9-D848-254C-94D4-AAB0421F2CB1}" dt="2026-02-26T13:50:02.033" v="1644" actId="478"/>
            <ac:spMkLst>
              <pc:docMk/>
              <pc:sldMasterMk cId="2281390595" sldId="2147483648"/>
              <pc:sldLayoutMk cId="1937456293" sldId="2147483672"/>
              <ac:spMk id="14" creationId="{5229017B-18A5-7842-B53D-97A11E33F8D7}"/>
            </ac:spMkLst>
          </pc:spChg>
          <pc:spChg chg="mod">
            <ac:chgData name="Maite" userId="e39ee39b-8feb-4631-9f68-d509c9a9f4c6" providerId="ADAL" clId="{1863AED9-D848-254C-94D4-AAB0421F2CB1}" dt="2026-02-26T13:49:53.612" v="1641" actId="1076"/>
            <ac:spMkLst>
              <pc:docMk/>
              <pc:sldMasterMk cId="2281390595" sldId="2147483648"/>
              <pc:sldLayoutMk cId="1937456293" sldId="2147483672"/>
              <ac:spMk id="18" creationId="{328DD2DB-6EB2-E047-A690-19DC5E706481}"/>
            </ac:spMkLst>
          </pc:spChg>
          <pc:grpChg chg="mod">
            <ac:chgData name="Maite" userId="e39ee39b-8feb-4631-9f68-d509c9a9f4c6" providerId="ADAL" clId="{1863AED9-D848-254C-94D4-AAB0421F2CB1}" dt="2026-02-26T13:10:50.872" v="973" actId="1038"/>
            <ac:grpSpMkLst>
              <pc:docMk/>
              <pc:sldMasterMk cId="2281390595" sldId="2147483648"/>
              <pc:sldLayoutMk cId="1937456293" sldId="2147483672"/>
              <ac:grpSpMk id="15" creationId="{20C6D742-E2A2-0C45-9596-717DC794ECB6}"/>
            </ac:grpSpMkLst>
          </pc:grpChg>
          <pc:picChg chg="add mod modCrop">
            <ac:chgData name="Maite" userId="e39ee39b-8feb-4631-9f68-d509c9a9f4c6" providerId="ADAL" clId="{1863AED9-D848-254C-94D4-AAB0421F2CB1}" dt="2026-02-26T15:31:38.117" v="2217" actId="167"/>
            <ac:picMkLst>
              <pc:docMk/>
              <pc:sldMasterMk cId="2281390595" sldId="2147483648"/>
              <pc:sldLayoutMk cId="1937456293" sldId="2147483672"/>
              <ac:picMk id="21" creationId="{EA7FC328-EDBF-FE4F-A7D1-59696ED5F02B}"/>
            </ac:picMkLst>
          </pc:picChg>
          <pc:cxnChg chg="add del mod">
            <ac:chgData name="Maite" userId="e39ee39b-8feb-4631-9f68-d509c9a9f4c6" providerId="ADAL" clId="{1863AED9-D848-254C-94D4-AAB0421F2CB1}" dt="2026-02-26T13:13:47.655" v="1008"/>
            <ac:cxnSpMkLst>
              <pc:docMk/>
              <pc:sldMasterMk cId="2281390595" sldId="2147483648"/>
              <pc:sldLayoutMk cId="1937456293" sldId="2147483672"/>
              <ac:cxnSpMk id="10" creationId="{78EAC649-F43A-D243-98B3-76F8998B9875}"/>
            </ac:cxnSpMkLst>
          </pc:cxnChg>
          <pc:cxnChg chg="mod">
            <ac:chgData name="Maite" userId="e39ee39b-8feb-4631-9f68-d509c9a9f4c6" providerId="ADAL" clId="{1863AED9-D848-254C-94D4-AAB0421F2CB1}" dt="2026-02-26T13:49:56.566" v="1642" actId="14100"/>
            <ac:cxnSpMkLst>
              <pc:docMk/>
              <pc:sldMasterMk cId="2281390595" sldId="2147483648"/>
              <pc:sldLayoutMk cId="1937456293" sldId="2147483672"/>
              <ac:cxnSpMk id="19" creationId="{F33B0896-D2A3-FB42-9772-F603F0FF34B7}"/>
            </ac:cxnSpMkLst>
          </pc:cxnChg>
          <pc:cxnChg chg="add del mod">
            <ac:chgData name="Maite" userId="e39ee39b-8feb-4631-9f68-d509c9a9f4c6" providerId="ADAL" clId="{1863AED9-D848-254C-94D4-AAB0421F2CB1}" dt="2026-02-26T13:49:57.577" v="1643" actId="478"/>
            <ac:cxnSpMkLst>
              <pc:docMk/>
              <pc:sldMasterMk cId="2281390595" sldId="2147483648"/>
              <pc:sldLayoutMk cId="1937456293" sldId="2147483672"/>
              <ac:cxnSpMk id="20" creationId="{822977B7-9D28-CF41-85CF-E30D6945BB37}"/>
            </ac:cxnSpMkLst>
          </pc:cxnChg>
        </pc:sldLayoutChg>
      </pc:sldMaster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Gr&#225;fico%20en%20Microsoft%20PowerPoint"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11.xlsx"/><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oleObject" Target="https://sienconsultingcom-my.sharepoint.com/personal/celeste_sienconsulting_com/Documents/PLANIFICACION/00.NUEVA%20ORGANIZACION/01.%20Proyectos/Benissa/2025_SMART%20OFFICE/Informes%20trimestrales/Informes/2025/09.%20Septiembre/4.%20Ocupaci&#243;n/Datos/Ocupaci&#243;n/O" TargetMode="External"/><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oleObject" Target="Libro1" TargetMode="External"/><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oleObject" Target="https://sienconsultingcom-my.sharepoint.com/personal/celeste_sienconsulting_com/Documents/PLANIFICACION/00.NUEVA%20ORGANIZACION/01.%20Proyectos/Benissa/2025_SMART%20OFFICE/Informes%20trimestrales/Informes/2025/09.%20Septiembre/4.%20Ocupaci&#243;n/Datos/Ocupaci&#243;n/P" TargetMode="External"/><Relationship Id="rId2" Type="http://schemas.microsoft.com/office/2011/relationships/chartColorStyle" Target="colors16.xml"/><Relationship Id="rId1" Type="http://schemas.microsoft.com/office/2011/relationships/chartStyle" Target="style1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Hoja1!$B$1</c:f>
              <c:strCache>
                <c:ptCount val="1"/>
                <c:pt idx="0">
                  <c:v>Nacional</c:v>
                </c:pt>
              </c:strCache>
            </c:strRef>
          </c:tx>
          <c:spPr>
            <a:solidFill>
              <a:srgbClr val="04A2B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ontserrat Medium" pitchFamily="2" charset="77"/>
                    <a:ea typeface="+mn-ea"/>
                    <a:cs typeface="+mn-cs"/>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Hoja1!$A$2:$A$7</c:f>
              <c:numCache>
                <c:formatCode>General</c:formatCode>
                <c:ptCount val="6"/>
                <c:pt idx="0">
                  <c:v>2019</c:v>
                </c:pt>
                <c:pt idx="1">
                  <c:v>2020</c:v>
                </c:pt>
                <c:pt idx="2">
                  <c:v>2021</c:v>
                </c:pt>
                <c:pt idx="3">
                  <c:v>2022</c:v>
                </c:pt>
                <c:pt idx="4">
                  <c:v>2023</c:v>
                </c:pt>
                <c:pt idx="5">
                  <c:v>2024</c:v>
                </c:pt>
              </c:numCache>
            </c:numRef>
          </c:cat>
          <c:val>
            <c:numRef>
              <c:f>Hoja1!$B$2:$B$7</c:f>
              <c:numCache>
                <c:formatCode>#,##0</c:formatCode>
                <c:ptCount val="6"/>
                <c:pt idx="0">
                  <c:v>13208</c:v>
                </c:pt>
                <c:pt idx="1">
                  <c:v>31624</c:v>
                </c:pt>
                <c:pt idx="2">
                  <c:v>31223</c:v>
                </c:pt>
                <c:pt idx="3">
                  <c:v>29340</c:v>
                </c:pt>
                <c:pt idx="4">
                  <c:v>35862</c:v>
                </c:pt>
                <c:pt idx="5">
                  <c:v>35412</c:v>
                </c:pt>
              </c:numCache>
            </c:numRef>
          </c:val>
          <c:extLst>
            <c:ext xmlns:c16="http://schemas.microsoft.com/office/drawing/2014/chart" uri="{C3380CC4-5D6E-409C-BE32-E72D297353CC}">
              <c16:uniqueId val="{00000000-A40C-A44B-9A3E-D03477D00EF6}"/>
            </c:ext>
          </c:extLst>
        </c:ser>
        <c:ser>
          <c:idx val="1"/>
          <c:order val="1"/>
          <c:tx>
            <c:strRef>
              <c:f>Hoja1!$C$1</c:f>
              <c:strCache>
                <c:ptCount val="1"/>
                <c:pt idx="0">
                  <c:v>Columna2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Hoja1!$A$2:$A$7</c:f>
              <c:numCache>
                <c:formatCode>General</c:formatCode>
                <c:ptCount val="6"/>
                <c:pt idx="0">
                  <c:v>2019</c:v>
                </c:pt>
                <c:pt idx="1">
                  <c:v>2020</c:v>
                </c:pt>
                <c:pt idx="2">
                  <c:v>2021</c:v>
                </c:pt>
                <c:pt idx="3">
                  <c:v>2022</c:v>
                </c:pt>
                <c:pt idx="4">
                  <c:v>2023</c:v>
                </c:pt>
                <c:pt idx="5">
                  <c:v>2024</c:v>
                </c:pt>
              </c:numCache>
            </c:numRef>
          </c:cat>
          <c:val>
            <c:numRef>
              <c:f>Hoja1!$C$2:$C$7</c:f>
              <c:numCache>
                <c:formatCode>General</c:formatCode>
                <c:ptCount val="6"/>
              </c:numCache>
            </c:numRef>
          </c:val>
          <c:extLst>
            <c:ext xmlns:c16="http://schemas.microsoft.com/office/drawing/2014/chart" uri="{C3380CC4-5D6E-409C-BE32-E72D297353CC}">
              <c16:uniqueId val="{00000001-A40C-A44B-9A3E-D03477D00EF6}"/>
            </c:ext>
          </c:extLst>
        </c:ser>
        <c:ser>
          <c:idx val="2"/>
          <c:order val="2"/>
          <c:tx>
            <c:strRef>
              <c:f>Hoja1!$D$1</c:f>
              <c:strCache>
                <c:ptCount val="1"/>
                <c:pt idx="0">
                  <c:v>Columna3</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Hoja1!$A$2:$A$7</c:f>
              <c:numCache>
                <c:formatCode>General</c:formatCode>
                <c:ptCount val="6"/>
                <c:pt idx="0">
                  <c:v>2019</c:v>
                </c:pt>
                <c:pt idx="1">
                  <c:v>2020</c:v>
                </c:pt>
                <c:pt idx="2">
                  <c:v>2021</c:v>
                </c:pt>
                <c:pt idx="3">
                  <c:v>2022</c:v>
                </c:pt>
                <c:pt idx="4">
                  <c:v>2023</c:v>
                </c:pt>
                <c:pt idx="5">
                  <c:v>2024</c:v>
                </c:pt>
              </c:numCache>
            </c:numRef>
          </c:cat>
          <c:val>
            <c:numRef>
              <c:f>Hoja1!$D$2:$D$7</c:f>
              <c:numCache>
                <c:formatCode>General</c:formatCode>
                <c:ptCount val="6"/>
              </c:numCache>
            </c:numRef>
          </c:val>
          <c:extLst>
            <c:ext xmlns:c16="http://schemas.microsoft.com/office/drawing/2014/chart" uri="{C3380CC4-5D6E-409C-BE32-E72D297353CC}">
              <c16:uniqueId val="{00000002-A40C-A44B-9A3E-D03477D00EF6}"/>
            </c:ext>
          </c:extLst>
        </c:ser>
        <c:dLbls>
          <c:showLegendKey val="0"/>
          <c:showVal val="1"/>
          <c:showCatName val="0"/>
          <c:showSerName val="0"/>
          <c:showPercent val="0"/>
          <c:showBubbleSize val="0"/>
        </c:dLbls>
        <c:gapWidth val="120"/>
        <c:overlap val="100"/>
        <c:axId val="1752506752"/>
        <c:axId val="1752508384"/>
      </c:barChart>
      <c:catAx>
        <c:axId val="17525067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lumMod val="75000"/>
                    <a:lumOff val="25000"/>
                  </a:schemeClr>
                </a:solidFill>
                <a:latin typeface="Montserrat" pitchFamily="2" charset="77"/>
                <a:ea typeface="+mn-ea"/>
                <a:cs typeface="+mn-cs"/>
              </a:defRPr>
            </a:pPr>
            <a:endParaRPr lang="es-ES"/>
          </a:p>
        </c:txPr>
        <c:crossAx val="1752508384"/>
        <c:crosses val="autoZero"/>
        <c:auto val="1"/>
        <c:lblAlgn val="ctr"/>
        <c:lblOffset val="100"/>
        <c:noMultiLvlLbl val="0"/>
      </c:catAx>
      <c:valAx>
        <c:axId val="1752508384"/>
        <c:scaling>
          <c:orientation val="minMax"/>
        </c:scaling>
        <c:delete val="1"/>
        <c:axPos val="l"/>
        <c:numFmt formatCode="#,##0" sourceLinked="1"/>
        <c:majorTickMark val="none"/>
        <c:minorTickMark val="none"/>
        <c:tickLblPos val="nextTo"/>
        <c:crossAx val="17525067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Hoja1!$B$1</c:f>
              <c:strCache>
                <c:ptCount val="1"/>
                <c:pt idx="0">
                  <c:v>Internacional</c:v>
                </c:pt>
              </c:strCache>
            </c:strRef>
          </c:tx>
          <c:spPr>
            <a:solidFill>
              <a:srgbClr val="95C21E"/>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ontserrat Medium" pitchFamily="2" charset="77"/>
                    <a:ea typeface="+mn-ea"/>
                    <a:cs typeface="+mn-cs"/>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Hoja1!$A$2:$A$7</c:f>
              <c:numCache>
                <c:formatCode>General</c:formatCode>
                <c:ptCount val="6"/>
                <c:pt idx="0">
                  <c:v>2019</c:v>
                </c:pt>
                <c:pt idx="1">
                  <c:v>2020</c:v>
                </c:pt>
                <c:pt idx="2">
                  <c:v>2021</c:v>
                </c:pt>
                <c:pt idx="3">
                  <c:v>2022</c:v>
                </c:pt>
                <c:pt idx="4">
                  <c:v>2023</c:v>
                </c:pt>
                <c:pt idx="5">
                  <c:v>2024</c:v>
                </c:pt>
              </c:numCache>
            </c:numRef>
          </c:cat>
          <c:val>
            <c:numRef>
              <c:f>Hoja1!$B$2:$B$7</c:f>
              <c:numCache>
                <c:formatCode>#,##0</c:formatCode>
                <c:ptCount val="6"/>
                <c:pt idx="0">
                  <c:v>50224</c:v>
                </c:pt>
                <c:pt idx="1">
                  <c:v>37769</c:v>
                </c:pt>
                <c:pt idx="2">
                  <c:v>61687</c:v>
                </c:pt>
                <c:pt idx="3">
                  <c:v>83055</c:v>
                </c:pt>
                <c:pt idx="4">
                  <c:v>103733</c:v>
                </c:pt>
                <c:pt idx="5">
                  <c:v>103908</c:v>
                </c:pt>
              </c:numCache>
            </c:numRef>
          </c:val>
          <c:extLst>
            <c:ext xmlns:c16="http://schemas.microsoft.com/office/drawing/2014/chart" uri="{C3380CC4-5D6E-409C-BE32-E72D297353CC}">
              <c16:uniqueId val="{00000000-6E75-BA49-8E7C-7D747273B70F}"/>
            </c:ext>
          </c:extLst>
        </c:ser>
        <c:ser>
          <c:idx val="1"/>
          <c:order val="1"/>
          <c:tx>
            <c:strRef>
              <c:f>Hoja1!$C$1</c:f>
              <c:strCache>
                <c:ptCount val="1"/>
                <c:pt idx="0">
                  <c:v>Columna2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Hoja1!$A$2:$A$7</c:f>
              <c:numCache>
                <c:formatCode>General</c:formatCode>
                <c:ptCount val="6"/>
                <c:pt idx="0">
                  <c:v>2019</c:v>
                </c:pt>
                <c:pt idx="1">
                  <c:v>2020</c:v>
                </c:pt>
                <c:pt idx="2">
                  <c:v>2021</c:v>
                </c:pt>
                <c:pt idx="3">
                  <c:v>2022</c:v>
                </c:pt>
                <c:pt idx="4">
                  <c:v>2023</c:v>
                </c:pt>
                <c:pt idx="5">
                  <c:v>2024</c:v>
                </c:pt>
              </c:numCache>
            </c:numRef>
          </c:cat>
          <c:val>
            <c:numRef>
              <c:f>Hoja1!$C$2:$C$7</c:f>
              <c:numCache>
                <c:formatCode>General</c:formatCode>
                <c:ptCount val="6"/>
              </c:numCache>
            </c:numRef>
          </c:val>
          <c:extLst>
            <c:ext xmlns:c16="http://schemas.microsoft.com/office/drawing/2014/chart" uri="{C3380CC4-5D6E-409C-BE32-E72D297353CC}">
              <c16:uniqueId val="{00000001-6E75-BA49-8E7C-7D747273B70F}"/>
            </c:ext>
          </c:extLst>
        </c:ser>
        <c:ser>
          <c:idx val="2"/>
          <c:order val="2"/>
          <c:tx>
            <c:strRef>
              <c:f>Hoja1!$D$1</c:f>
              <c:strCache>
                <c:ptCount val="1"/>
                <c:pt idx="0">
                  <c:v>Columna3</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Hoja1!$A$2:$A$7</c:f>
              <c:numCache>
                <c:formatCode>General</c:formatCode>
                <c:ptCount val="6"/>
                <c:pt idx="0">
                  <c:v>2019</c:v>
                </c:pt>
                <c:pt idx="1">
                  <c:v>2020</c:v>
                </c:pt>
                <c:pt idx="2">
                  <c:v>2021</c:v>
                </c:pt>
                <c:pt idx="3">
                  <c:v>2022</c:v>
                </c:pt>
                <c:pt idx="4">
                  <c:v>2023</c:v>
                </c:pt>
                <c:pt idx="5">
                  <c:v>2024</c:v>
                </c:pt>
              </c:numCache>
            </c:numRef>
          </c:cat>
          <c:val>
            <c:numRef>
              <c:f>Hoja1!$D$2:$D$7</c:f>
              <c:numCache>
                <c:formatCode>General</c:formatCode>
                <c:ptCount val="6"/>
              </c:numCache>
            </c:numRef>
          </c:val>
          <c:extLst>
            <c:ext xmlns:c16="http://schemas.microsoft.com/office/drawing/2014/chart" uri="{C3380CC4-5D6E-409C-BE32-E72D297353CC}">
              <c16:uniqueId val="{00000002-6E75-BA49-8E7C-7D747273B70F}"/>
            </c:ext>
          </c:extLst>
        </c:ser>
        <c:dLbls>
          <c:showLegendKey val="0"/>
          <c:showVal val="1"/>
          <c:showCatName val="0"/>
          <c:showSerName val="0"/>
          <c:showPercent val="0"/>
          <c:showBubbleSize val="0"/>
        </c:dLbls>
        <c:gapWidth val="120"/>
        <c:overlap val="100"/>
        <c:axId val="1752506752"/>
        <c:axId val="1752508384"/>
      </c:barChart>
      <c:catAx>
        <c:axId val="17525067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lumMod val="75000"/>
                    <a:lumOff val="25000"/>
                  </a:schemeClr>
                </a:solidFill>
                <a:latin typeface="Montserrat" pitchFamily="2" charset="77"/>
                <a:ea typeface="+mn-ea"/>
                <a:cs typeface="+mn-cs"/>
              </a:defRPr>
            </a:pPr>
            <a:endParaRPr lang="es-ES"/>
          </a:p>
        </c:txPr>
        <c:crossAx val="1752508384"/>
        <c:crosses val="autoZero"/>
        <c:auto val="1"/>
        <c:lblAlgn val="ctr"/>
        <c:lblOffset val="100"/>
        <c:noMultiLvlLbl val="0"/>
      </c:catAx>
      <c:valAx>
        <c:axId val="1752508384"/>
        <c:scaling>
          <c:orientation val="minMax"/>
        </c:scaling>
        <c:delete val="1"/>
        <c:axPos val="l"/>
        <c:numFmt formatCode="#,##0" sourceLinked="1"/>
        <c:majorTickMark val="none"/>
        <c:minorTickMark val="none"/>
        <c:tickLblPos val="nextTo"/>
        <c:crossAx val="17525067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Hoja1!$B$1</c:f>
              <c:strCache>
                <c:ptCount val="1"/>
                <c:pt idx="0">
                  <c:v>Afluencia Total</c:v>
                </c:pt>
              </c:strCache>
            </c:strRef>
          </c:tx>
          <c:spPr>
            <a:solidFill>
              <a:srgbClr val="27649F"/>
            </a:solidFill>
            <a:ln>
              <a:noFill/>
            </a:ln>
            <a:effectLst/>
          </c:spPr>
          <c:invertIfNegative val="0"/>
          <c:dPt>
            <c:idx val="0"/>
            <c:invertIfNegative val="0"/>
            <c:bubble3D val="0"/>
            <c:spPr>
              <a:solidFill>
                <a:srgbClr val="27649F"/>
              </a:solidFill>
              <a:ln>
                <a:noFill/>
              </a:ln>
              <a:effectLst/>
            </c:spPr>
            <c:extLst>
              <c:ext xmlns:c16="http://schemas.microsoft.com/office/drawing/2014/chart" uri="{C3380CC4-5D6E-409C-BE32-E72D297353CC}">
                <c16:uniqueId val="{00000001-B58F-B946-864F-77F60D323A52}"/>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ontserrat Medium" pitchFamily="2" charset="77"/>
                    <a:ea typeface="+mn-ea"/>
                    <a:cs typeface="+mn-cs"/>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Hoja1!$A$2:$A$8</c:f>
              <c:numCache>
                <c:formatCode>General</c:formatCode>
                <c:ptCount val="7"/>
                <c:pt idx="0">
                  <c:v>2019</c:v>
                </c:pt>
                <c:pt idx="1">
                  <c:v>2020</c:v>
                </c:pt>
                <c:pt idx="2">
                  <c:v>2021</c:v>
                </c:pt>
                <c:pt idx="3">
                  <c:v>2022</c:v>
                </c:pt>
                <c:pt idx="4">
                  <c:v>2023</c:v>
                </c:pt>
                <c:pt idx="5">
                  <c:v>2024</c:v>
                </c:pt>
                <c:pt idx="6">
                  <c:v>2025</c:v>
                </c:pt>
              </c:numCache>
            </c:numRef>
          </c:cat>
          <c:val>
            <c:numRef>
              <c:f>Hoja1!$B$2:$B$8</c:f>
              <c:numCache>
                <c:formatCode>#,##0</c:formatCode>
                <c:ptCount val="7"/>
                <c:pt idx="0">
                  <c:v>63432</c:v>
                </c:pt>
                <c:pt idx="1">
                  <c:v>69393</c:v>
                </c:pt>
                <c:pt idx="2">
                  <c:v>92910</c:v>
                </c:pt>
                <c:pt idx="3">
                  <c:v>112395</c:v>
                </c:pt>
                <c:pt idx="4">
                  <c:v>139595</c:v>
                </c:pt>
                <c:pt idx="5">
                  <c:v>139320</c:v>
                </c:pt>
                <c:pt idx="6">
                  <c:v>20313</c:v>
                </c:pt>
              </c:numCache>
            </c:numRef>
          </c:val>
          <c:extLst>
            <c:ext xmlns:c16="http://schemas.microsoft.com/office/drawing/2014/chart" uri="{C3380CC4-5D6E-409C-BE32-E72D297353CC}">
              <c16:uniqueId val="{00000002-B58F-B946-864F-77F60D323A52}"/>
            </c:ext>
          </c:extLst>
        </c:ser>
        <c:ser>
          <c:idx val="1"/>
          <c:order val="1"/>
          <c:tx>
            <c:strRef>
              <c:f>Hoja1!$C$1</c:f>
              <c:strCache>
                <c:ptCount val="1"/>
                <c:pt idx="0">
                  <c:v>Columna2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Hoja1!$A$2:$A$8</c:f>
              <c:numCache>
                <c:formatCode>General</c:formatCode>
                <c:ptCount val="7"/>
                <c:pt idx="0">
                  <c:v>2019</c:v>
                </c:pt>
                <c:pt idx="1">
                  <c:v>2020</c:v>
                </c:pt>
                <c:pt idx="2">
                  <c:v>2021</c:v>
                </c:pt>
                <c:pt idx="3">
                  <c:v>2022</c:v>
                </c:pt>
                <c:pt idx="4">
                  <c:v>2023</c:v>
                </c:pt>
                <c:pt idx="5">
                  <c:v>2024</c:v>
                </c:pt>
                <c:pt idx="6">
                  <c:v>2025</c:v>
                </c:pt>
              </c:numCache>
            </c:numRef>
          </c:cat>
          <c:val>
            <c:numRef>
              <c:f>Hoja1!$C$2:$C$8</c:f>
              <c:numCache>
                <c:formatCode>General</c:formatCode>
                <c:ptCount val="7"/>
              </c:numCache>
            </c:numRef>
          </c:val>
          <c:extLst>
            <c:ext xmlns:c16="http://schemas.microsoft.com/office/drawing/2014/chart" uri="{C3380CC4-5D6E-409C-BE32-E72D297353CC}">
              <c16:uniqueId val="{00000003-B58F-B946-864F-77F60D323A52}"/>
            </c:ext>
          </c:extLst>
        </c:ser>
        <c:ser>
          <c:idx val="2"/>
          <c:order val="2"/>
          <c:tx>
            <c:strRef>
              <c:f>Hoja1!$D$1</c:f>
              <c:strCache>
                <c:ptCount val="1"/>
                <c:pt idx="0">
                  <c:v>Columna3</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Hoja1!$A$2:$A$8</c:f>
              <c:numCache>
                <c:formatCode>General</c:formatCode>
                <c:ptCount val="7"/>
                <c:pt idx="0">
                  <c:v>2019</c:v>
                </c:pt>
                <c:pt idx="1">
                  <c:v>2020</c:v>
                </c:pt>
                <c:pt idx="2">
                  <c:v>2021</c:v>
                </c:pt>
                <c:pt idx="3">
                  <c:v>2022</c:v>
                </c:pt>
                <c:pt idx="4">
                  <c:v>2023</c:v>
                </c:pt>
                <c:pt idx="5">
                  <c:v>2024</c:v>
                </c:pt>
                <c:pt idx="6">
                  <c:v>2025</c:v>
                </c:pt>
              </c:numCache>
            </c:numRef>
          </c:cat>
          <c:val>
            <c:numRef>
              <c:f>Hoja1!$D$2:$D$8</c:f>
              <c:numCache>
                <c:formatCode>General</c:formatCode>
                <c:ptCount val="7"/>
              </c:numCache>
            </c:numRef>
          </c:val>
          <c:extLst>
            <c:ext xmlns:c16="http://schemas.microsoft.com/office/drawing/2014/chart" uri="{C3380CC4-5D6E-409C-BE32-E72D297353CC}">
              <c16:uniqueId val="{00000004-B58F-B946-864F-77F60D323A52}"/>
            </c:ext>
          </c:extLst>
        </c:ser>
        <c:dLbls>
          <c:showLegendKey val="0"/>
          <c:showVal val="1"/>
          <c:showCatName val="0"/>
          <c:showSerName val="0"/>
          <c:showPercent val="0"/>
          <c:showBubbleSize val="0"/>
        </c:dLbls>
        <c:gapWidth val="120"/>
        <c:overlap val="100"/>
        <c:axId val="1752506752"/>
        <c:axId val="1752508384"/>
      </c:barChart>
      <c:catAx>
        <c:axId val="17525067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lumMod val="75000"/>
                    <a:lumOff val="25000"/>
                  </a:schemeClr>
                </a:solidFill>
                <a:latin typeface="Montserrat" pitchFamily="2" charset="77"/>
                <a:ea typeface="+mn-ea"/>
                <a:cs typeface="+mn-cs"/>
              </a:defRPr>
            </a:pPr>
            <a:endParaRPr lang="es-ES"/>
          </a:p>
        </c:txPr>
        <c:crossAx val="1752508384"/>
        <c:crosses val="autoZero"/>
        <c:auto val="1"/>
        <c:lblAlgn val="ctr"/>
        <c:lblOffset val="100"/>
        <c:noMultiLvlLbl val="0"/>
      </c:catAx>
      <c:valAx>
        <c:axId val="1752508384"/>
        <c:scaling>
          <c:orientation val="minMax"/>
        </c:scaling>
        <c:delete val="1"/>
        <c:axPos val="l"/>
        <c:numFmt formatCode="#,##0" sourceLinked="1"/>
        <c:majorTickMark val="none"/>
        <c:minorTickMark val="none"/>
        <c:tickLblPos val="nextTo"/>
        <c:crossAx val="17525067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Hoja1!$B$1</c:f>
              <c:strCache>
                <c:ptCount val="1"/>
                <c:pt idx="0">
                  <c:v>Nacional</c:v>
                </c:pt>
              </c:strCache>
            </c:strRef>
          </c:tx>
          <c:spPr>
            <a:solidFill>
              <a:srgbClr val="04A2B6"/>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00" b="0" i="0" u="none" strike="noStrike" kern="1200" baseline="0">
                    <a:solidFill>
                      <a:srgbClr val="04A2B6"/>
                    </a:solidFill>
                    <a:latin typeface="Montserrat Medium" pitchFamily="2" charset="77"/>
                    <a:ea typeface="+mn-ea"/>
                    <a:cs typeface="+mn-c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numRef>
              <c:f>Hoja1!$A$2:$A$7</c:f>
              <c:numCache>
                <c:formatCode>General</c:formatCode>
                <c:ptCount val="6"/>
                <c:pt idx="0">
                  <c:v>2019</c:v>
                </c:pt>
                <c:pt idx="1">
                  <c:v>2020</c:v>
                </c:pt>
                <c:pt idx="2">
                  <c:v>2021</c:v>
                </c:pt>
                <c:pt idx="3">
                  <c:v>2022</c:v>
                </c:pt>
                <c:pt idx="4">
                  <c:v>2023</c:v>
                </c:pt>
                <c:pt idx="5">
                  <c:v>2024</c:v>
                </c:pt>
              </c:numCache>
            </c:numRef>
          </c:cat>
          <c:val>
            <c:numRef>
              <c:f>Hoja1!$B$2:$B$7</c:f>
              <c:numCache>
                <c:formatCode>#,##0</c:formatCode>
                <c:ptCount val="6"/>
                <c:pt idx="0">
                  <c:v>13208</c:v>
                </c:pt>
                <c:pt idx="1">
                  <c:v>31624</c:v>
                </c:pt>
                <c:pt idx="2">
                  <c:v>31223</c:v>
                </c:pt>
                <c:pt idx="3">
                  <c:v>29340</c:v>
                </c:pt>
                <c:pt idx="4">
                  <c:v>35862</c:v>
                </c:pt>
                <c:pt idx="5">
                  <c:v>35412</c:v>
                </c:pt>
              </c:numCache>
            </c:numRef>
          </c:val>
          <c:extLst>
            <c:ext xmlns:c16="http://schemas.microsoft.com/office/drawing/2014/chart" uri="{C3380CC4-5D6E-409C-BE32-E72D297353CC}">
              <c16:uniqueId val="{00000000-AE05-714B-8870-CAB7D9B7314C}"/>
            </c:ext>
          </c:extLst>
        </c:ser>
        <c:ser>
          <c:idx val="1"/>
          <c:order val="1"/>
          <c:tx>
            <c:strRef>
              <c:f>Hoja1!$C$1</c:f>
              <c:strCache>
                <c:ptCount val="1"/>
                <c:pt idx="0">
                  <c:v>Internacional</c:v>
                </c:pt>
              </c:strCache>
            </c:strRef>
          </c:tx>
          <c:spPr>
            <a:solidFill>
              <a:srgbClr val="95C21E"/>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00" b="0" i="0" u="none" strike="noStrike" kern="1200" baseline="0">
                    <a:solidFill>
                      <a:srgbClr val="95C21E"/>
                    </a:solidFill>
                    <a:latin typeface="Montserrat Medium" pitchFamily="2" charset="77"/>
                    <a:ea typeface="+mn-ea"/>
                    <a:cs typeface="+mn-c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numRef>
              <c:f>Hoja1!$A$2:$A$7</c:f>
              <c:numCache>
                <c:formatCode>General</c:formatCode>
                <c:ptCount val="6"/>
                <c:pt idx="0">
                  <c:v>2019</c:v>
                </c:pt>
                <c:pt idx="1">
                  <c:v>2020</c:v>
                </c:pt>
                <c:pt idx="2">
                  <c:v>2021</c:v>
                </c:pt>
                <c:pt idx="3">
                  <c:v>2022</c:v>
                </c:pt>
                <c:pt idx="4">
                  <c:v>2023</c:v>
                </c:pt>
                <c:pt idx="5">
                  <c:v>2024</c:v>
                </c:pt>
              </c:numCache>
            </c:numRef>
          </c:cat>
          <c:val>
            <c:numRef>
              <c:f>Hoja1!$C$2:$C$7</c:f>
              <c:numCache>
                <c:formatCode>#,##0</c:formatCode>
                <c:ptCount val="6"/>
                <c:pt idx="0">
                  <c:v>50224</c:v>
                </c:pt>
                <c:pt idx="1">
                  <c:v>37769</c:v>
                </c:pt>
                <c:pt idx="2">
                  <c:v>61687</c:v>
                </c:pt>
                <c:pt idx="3">
                  <c:v>83055</c:v>
                </c:pt>
                <c:pt idx="4">
                  <c:v>103733</c:v>
                </c:pt>
                <c:pt idx="5">
                  <c:v>103908</c:v>
                </c:pt>
              </c:numCache>
            </c:numRef>
          </c:val>
          <c:extLst>
            <c:ext xmlns:c16="http://schemas.microsoft.com/office/drawing/2014/chart" uri="{C3380CC4-5D6E-409C-BE32-E72D297353CC}">
              <c16:uniqueId val="{00000001-AE05-714B-8870-CAB7D9B7314C}"/>
            </c:ext>
          </c:extLst>
        </c:ser>
        <c:ser>
          <c:idx val="2"/>
          <c:order val="2"/>
          <c:tx>
            <c:strRef>
              <c:f>Hoja1!$D$1</c:f>
              <c:strCache>
                <c:ptCount val="1"/>
                <c:pt idx="0">
                  <c:v>Afluencia total</c:v>
                </c:pt>
              </c:strCache>
            </c:strRef>
          </c:tx>
          <c:spPr>
            <a:solidFill>
              <a:srgbClr val="27649F"/>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00" b="0" i="0" u="none" strike="noStrike" kern="1200" baseline="0">
                    <a:solidFill>
                      <a:srgbClr val="27649F"/>
                    </a:solidFill>
                    <a:latin typeface="Montserrat Medium" pitchFamily="2" charset="77"/>
                    <a:ea typeface="+mn-ea"/>
                    <a:cs typeface="+mn-c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numRef>
              <c:f>Hoja1!$A$2:$A$7</c:f>
              <c:numCache>
                <c:formatCode>General</c:formatCode>
                <c:ptCount val="6"/>
                <c:pt idx="0">
                  <c:v>2019</c:v>
                </c:pt>
                <c:pt idx="1">
                  <c:v>2020</c:v>
                </c:pt>
                <c:pt idx="2">
                  <c:v>2021</c:v>
                </c:pt>
                <c:pt idx="3">
                  <c:v>2022</c:v>
                </c:pt>
                <c:pt idx="4">
                  <c:v>2023</c:v>
                </c:pt>
                <c:pt idx="5">
                  <c:v>2024</c:v>
                </c:pt>
              </c:numCache>
            </c:numRef>
          </c:cat>
          <c:val>
            <c:numRef>
              <c:f>Hoja1!$D$2:$D$7</c:f>
              <c:numCache>
                <c:formatCode>#,##0</c:formatCode>
                <c:ptCount val="6"/>
                <c:pt idx="0">
                  <c:v>63432</c:v>
                </c:pt>
                <c:pt idx="1">
                  <c:v>69393</c:v>
                </c:pt>
                <c:pt idx="2">
                  <c:v>92910</c:v>
                </c:pt>
                <c:pt idx="3">
                  <c:v>112395</c:v>
                </c:pt>
                <c:pt idx="4">
                  <c:v>139595</c:v>
                </c:pt>
                <c:pt idx="5">
                  <c:v>139320</c:v>
                </c:pt>
              </c:numCache>
            </c:numRef>
          </c:val>
          <c:extLst>
            <c:ext xmlns:c16="http://schemas.microsoft.com/office/drawing/2014/chart" uri="{C3380CC4-5D6E-409C-BE32-E72D297353CC}">
              <c16:uniqueId val="{00000002-AE05-714B-8870-CAB7D9B7314C}"/>
            </c:ext>
          </c:extLst>
        </c:ser>
        <c:dLbls>
          <c:dLblPos val="outEnd"/>
          <c:showLegendKey val="0"/>
          <c:showVal val="1"/>
          <c:showCatName val="0"/>
          <c:showSerName val="0"/>
          <c:showPercent val="0"/>
          <c:showBubbleSize val="0"/>
        </c:dLbls>
        <c:gapWidth val="206"/>
        <c:overlap val="-90"/>
        <c:axId val="1752506752"/>
        <c:axId val="1752508384"/>
      </c:barChart>
      <c:catAx>
        <c:axId val="175250675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cap="all" spc="120" normalizeH="0" baseline="0">
                <a:solidFill>
                  <a:schemeClr val="tx1">
                    <a:lumMod val="75000"/>
                    <a:lumOff val="25000"/>
                  </a:schemeClr>
                </a:solidFill>
                <a:latin typeface="Montserrat" pitchFamily="2" charset="77"/>
                <a:ea typeface="+mn-ea"/>
                <a:cs typeface="+mn-cs"/>
              </a:defRPr>
            </a:pPr>
            <a:endParaRPr lang="es-ES"/>
          </a:p>
        </c:txPr>
        <c:crossAx val="1752508384"/>
        <c:crosses val="autoZero"/>
        <c:auto val="1"/>
        <c:lblAlgn val="ctr"/>
        <c:lblOffset val="100"/>
        <c:noMultiLvlLbl val="0"/>
      </c:catAx>
      <c:valAx>
        <c:axId val="1752508384"/>
        <c:scaling>
          <c:orientation val="minMax"/>
        </c:scaling>
        <c:delete val="1"/>
        <c:axPos val="l"/>
        <c:numFmt formatCode="#,##0" sourceLinked="1"/>
        <c:majorTickMark val="none"/>
        <c:minorTickMark val="none"/>
        <c:tickLblPos val="nextTo"/>
        <c:crossAx val="17525067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403791018285971"/>
          <c:y val="0.13663237435316952"/>
          <c:w val="0.86112784109493967"/>
          <c:h val="0.79649697538779163"/>
        </c:manualLayout>
      </c:layout>
      <c:lineChart>
        <c:grouping val="stacked"/>
        <c:varyColors val="0"/>
        <c:ser>
          <c:idx val="0"/>
          <c:order val="0"/>
          <c:tx>
            <c:strRef>
              <c:f>Hoja1!$B$1</c:f>
              <c:strCache>
                <c:ptCount val="1"/>
                <c:pt idx="0">
                  <c:v>2022</c:v>
                </c:pt>
              </c:strCache>
            </c:strRef>
          </c:tx>
          <c:spPr>
            <a:ln w="25400" cap="rnd">
              <a:solidFill>
                <a:srgbClr val="27649F"/>
              </a:solidFill>
              <a:prstDash val="sysDot"/>
              <a:round/>
            </a:ln>
            <a:effectLst/>
          </c:spPr>
          <c:marker>
            <c:symbol val="circle"/>
            <c:size val="4"/>
            <c:spPr>
              <a:solidFill>
                <a:srgbClr val="27649F"/>
              </a:solidFill>
              <a:ln w="9525">
                <a:solidFill>
                  <a:srgbClr val="27649F"/>
                </a:solidFill>
              </a:ln>
              <a:effectLst/>
            </c:spPr>
          </c:marker>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Hoja1!$B$2:$B$13</c:f>
              <c:numCache>
                <c:formatCode>#,##0</c:formatCode>
                <c:ptCount val="12"/>
                <c:pt idx="0">
                  <c:v>1407</c:v>
                </c:pt>
                <c:pt idx="1">
                  <c:v>1119</c:v>
                </c:pt>
                <c:pt idx="2">
                  <c:v>982</c:v>
                </c:pt>
                <c:pt idx="3">
                  <c:v>2997</c:v>
                </c:pt>
                <c:pt idx="4">
                  <c:v>2365</c:v>
                </c:pt>
                <c:pt idx="5">
                  <c:v>3441</c:v>
                </c:pt>
                <c:pt idx="6">
                  <c:v>5078</c:v>
                </c:pt>
                <c:pt idx="7">
                  <c:v>5283</c:v>
                </c:pt>
                <c:pt idx="8">
                  <c:v>2836</c:v>
                </c:pt>
                <c:pt idx="9">
                  <c:v>1491</c:v>
                </c:pt>
                <c:pt idx="10">
                  <c:v>1211</c:v>
                </c:pt>
                <c:pt idx="11">
                  <c:v>1130</c:v>
                </c:pt>
              </c:numCache>
            </c:numRef>
          </c:val>
          <c:smooth val="0"/>
          <c:extLst>
            <c:ext xmlns:c16="http://schemas.microsoft.com/office/drawing/2014/chart" uri="{C3380CC4-5D6E-409C-BE32-E72D297353CC}">
              <c16:uniqueId val="{00000000-485C-E641-A149-D96BD218E4AC}"/>
            </c:ext>
          </c:extLst>
        </c:ser>
        <c:ser>
          <c:idx val="1"/>
          <c:order val="1"/>
          <c:tx>
            <c:strRef>
              <c:f>Hoja1!$C$1</c:f>
              <c:strCache>
                <c:ptCount val="1"/>
                <c:pt idx="0">
                  <c:v>2023</c:v>
                </c:pt>
              </c:strCache>
            </c:strRef>
          </c:tx>
          <c:spPr>
            <a:ln w="25400" cap="rnd">
              <a:solidFill>
                <a:srgbClr val="95C21E"/>
              </a:solidFill>
              <a:prstDash val="sysDot"/>
              <a:round/>
            </a:ln>
            <a:effectLst/>
          </c:spPr>
          <c:marker>
            <c:symbol val="circle"/>
            <c:size val="4"/>
            <c:spPr>
              <a:solidFill>
                <a:srgbClr val="95C21E"/>
              </a:solidFill>
              <a:ln w="9525">
                <a:solidFill>
                  <a:srgbClr val="95C21E"/>
                </a:solidFill>
              </a:ln>
              <a:effectLst/>
            </c:spPr>
          </c:marker>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Hoja1!$C$2:$C$13</c:f>
              <c:numCache>
                <c:formatCode>#,##0</c:formatCode>
                <c:ptCount val="12"/>
                <c:pt idx="0">
                  <c:v>1470</c:v>
                </c:pt>
                <c:pt idx="1">
                  <c:v>833</c:v>
                </c:pt>
                <c:pt idx="2">
                  <c:v>1317</c:v>
                </c:pt>
                <c:pt idx="3">
                  <c:v>3296</c:v>
                </c:pt>
                <c:pt idx="4">
                  <c:v>2649</c:v>
                </c:pt>
                <c:pt idx="5">
                  <c:v>2759</c:v>
                </c:pt>
                <c:pt idx="6">
                  <c:v>6670</c:v>
                </c:pt>
                <c:pt idx="7">
                  <c:v>7669</c:v>
                </c:pt>
                <c:pt idx="8">
                  <c:v>3164</c:v>
                </c:pt>
                <c:pt idx="9">
                  <c:v>2294</c:v>
                </c:pt>
                <c:pt idx="10">
                  <c:v>1783</c:v>
                </c:pt>
                <c:pt idx="11">
                  <c:v>1958</c:v>
                </c:pt>
              </c:numCache>
            </c:numRef>
          </c:val>
          <c:smooth val="0"/>
          <c:extLst>
            <c:ext xmlns:c16="http://schemas.microsoft.com/office/drawing/2014/chart" uri="{C3380CC4-5D6E-409C-BE32-E72D297353CC}">
              <c16:uniqueId val="{00000001-485C-E641-A149-D96BD218E4AC}"/>
            </c:ext>
          </c:extLst>
        </c:ser>
        <c:ser>
          <c:idx val="2"/>
          <c:order val="2"/>
          <c:tx>
            <c:strRef>
              <c:f>Hoja1!$D$1</c:f>
              <c:strCache>
                <c:ptCount val="1"/>
                <c:pt idx="0">
                  <c:v>2024</c:v>
                </c:pt>
              </c:strCache>
            </c:strRef>
          </c:tx>
          <c:spPr>
            <a:ln w="25400" cap="rnd">
              <a:solidFill>
                <a:srgbClr val="04A2B6"/>
              </a:solidFill>
              <a:prstDash val="sysDot"/>
              <a:round/>
            </a:ln>
            <a:effectLst/>
          </c:spPr>
          <c:marker>
            <c:symbol val="circle"/>
            <c:size val="4"/>
            <c:spPr>
              <a:solidFill>
                <a:srgbClr val="04A2B6"/>
              </a:solidFill>
              <a:ln w="9525">
                <a:solidFill>
                  <a:srgbClr val="04A2B6"/>
                </a:solidFill>
              </a:ln>
              <a:effectLst/>
            </c:spPr>
          </c:marker>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Hoja1!$D$2:$D$13</c:f>
              <c:numCache>
                <c:formatCode>#,##0</c:formatCode>
                <c:ptCount val="12"/>
                <c:pt idx="0">
                  <c:v>2428</c:v>
                </c:pt>
                <c:pt idx="1">
                  <c:v>1652</c:v>
                </c:pt>
                <c:pt idx="2">
                  <c:v>2308</c:v>
                </c:pt>
                <c:pt idx="3">
                  <c:v>3449</c:v>
                </c:pt>
                <c:pt idx="4">
                  <c:v>2659</c:v>
                </c:pt>
                <c:pt idx="5">
                  <c:v>3211</c:v>
                </c:pt>
                <c:pt idx="6">
                  <c:v>5539</c:v>
                </c:pt>
                <c:pt idx="7">
                  <c:v>6994</c:v>
                </c:pt>
                <c:pt idx="8">
                  <c:v>3278</c:v>
                </c:pt>
                <c:pt idx="9">
                  <c:v>1343</c:v>
                </c:pt>
                <c:pt idx="10" formatCode="General">
                  <c:v>883</c:v>
                </c:pt>
                <c:pt idx="11">
                  <c:v>1665</c:v>
                </c:pt>
              </c:numCache>
            </c:numRef>
          </c:val>
          <c:smooth val="0"/>
          <c:extLst>
            <c:ext xmlns:c16="http://schemas.microsoft.com/office/drawing/2014/chart" uri="{C3380CC4-5D6E-409C-BE32-E72D297353CC}">
              <c16:uniqueId val="{00000002-485C-E641-A149-D96BD218E4AC}"/>
            </c:ext>
          </c:extLst>
        </c:ser>
        <c:dLbls>
          <c:showLegendKey val="0"/>
          <c:showVal val="0"/>
          <c:showCatName val="0"/>
          <c:showSerName val="0"/>
          <c:showPercent val="0"/>
          <c:showBubbleSize val="0"/>
        </c:dLbls>
        <c:marker val="1"/>
        <c:smooth val="0"/>
        <c:axId val="1752506752"/>
        <c:axId val="1752508384"/>
      </c:lineChart>
      <c:catAx>
        <c:axId val="17525067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lumMod val="75000"/>
                    <a:lumOff val="25000"/>
                  </a:schemeClr>
                </a:solidFill>
                <a:latin typeface="Montserrat SemiBold" pitchFamily="2" charset="77"/>
                <a:ea typeface="+mn-ea"/>
                <a:cs typeface="+mn-cs"/>
              </a:defRPr>
            </a:pPr>
            <a:endParaRPr lang="es-ES"/>
          </a:p>
        </c:txPr>
        <c:crossAx val="1752508384"/>
        <c:crosses val="autoZero"/>
        <c:auto val="1"/>
        <c:lblAlgn val="ctr"/>
        <c:lblOffset val="100"/>
        <c:noMultiLvlLbl val="0"/>
      </c:catAx>
      <c:valAx>
        <c:axId val="1752508384"/>
        <c:scaling>
          <c:orientation val="minMax"/>
        </c:scaling>
        <c:delete val="0"/>
        <c:axPos val="l"/>
        <c:majorGridlines>
          <c:spPr>
            <a:ln w="9525" cap="flat" cmpd="sng" algn="ctr">
              <a:solidFill>
                <a:schemeClr val="bg2">
                  <a:lumMod val="90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bg2">
                    <a:lumMod val="75000"/>
                  </a:schemeClr>
                </a:solidFill>
                <a:latin typeface="Montserrat Medium" pitchFamily="2" charset="77"/>
                <a:ea typeface="+mn-ea"/>
                <a:cs typeface="+mn-cs"/>
              </a:defRPr>
            </a:pPr>
            <a:endParaRPr lang="es-ES"/>
          </a:p>
        </c:txPr>
        <c:crossAx val="1752506752"/>
        <c:crosses val="autoZero"/>
        <c:crossBetween val="between"/>
      </c:valAx>
      <c:spPr>
        <a:noFill/>
        <a:ln>
          <a:noFill/>
        </a:ln>
        <a:effectLst/>
      </c:spPr>
    </c:plotArea>
    <c:legend>
      <c:legendPos val="b"/>
      <c:layout>
        <c:manualLayout>
          <c:xMode val="edge"/>
          <c:yMode val="edge"/>
          <c:x val="0.11136887250993083"/>
          <c:y val="2.0458845517953225E-3"/>
          <c:w val="0.88632378811931234"/>
          <c:h val="6.6405757816850777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E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500870354200028"/>
          <c:y val="0.1381218703141768"/>
          <c:w val="0.86015704773579915"/>
          <c:h val="0.79649697538779163"/>
        </c:manualLayout>
      </c:layout>
      <c:lineChart>
        <c:grouping val="stacked"/>
        <c:varyColors val="0"/>
        <c:ser>
          <c:idx val="0"/>
          <c:order val="0"/>
          <c:tx>
            <c:strRef>
              <c:f>Hoja1!$B$1</c:f>
              <c:strCache>
                <c:ptCount val="1"/>
                <c:pt idx="0">
                  <c:v>2022</c:v>
                </c:pt>
              </c:strCache>
            </c:strRef>
          </c:tx>
          <c:spPr>
            <a:ln w="25400" cap="rnd">
              <a:solidFill>
                <a:srgbClr val="27649F"/>
              </a:solidFill>
              <a:prstDash val="sysDot"/>
              <a:round/>
            </a:ln>
            <a:effectLst/>
          </c:spPr>
          <c:marker>
            <c:symbol val="circle"/>
            <c:size val="4"/>
            <c:spPr>
              <a:solidFill>
                <a:srgbClr val="27649F"/>
              </a:solidFill>
              <a:ln w="9525">
                <a:solidFill>
                  <a:srgbClr val="27649F"/>
                </a:solidFill>
              </a:ln>
              <a:effectLst/>
            </c:spPr>
          </c:marker>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Hoja1!$B$2:$B$13</c:f>
              <c:numCache>
                <c:formatCode>#,##0</c:formatCode>
                <c:ptCount val="12"/>
                <c:pt idx="0">
                  <c:v>3569</c:v>
                </c:pt>
                <c:pt idx="1">
                  <c:v>2625</c:v>
                </c:pt>
                <c:pt idx="2">
                  <c:v>3597</c:v>
                </c:pt>
                <c:pt idx="3">
                  <c:v>6103</c:v>
                </c:pt>
                <c:pt idx="4">
                  <c:v>7018</c:v>
                </c:pt>
                <c:pt idx="5">
                  <c:v>8128</c:v>
                </c:pt>
                <c:pt idx="6">
                  <c:v>12148</c:v>
                </c:pt>
                <c:pt idx="7">
                  <c:v>13936</c:v>
                </c:pt>
                <c:pt idx="8">
                  <c:v>9989</c:v>
                </c:pt>
                <c:pt idx="9">
                  <c:v>8497</c:v>
                </c:pt>
                <c:pt idx="10">
                  <c:v>4645</c:v>
                </c:pt>
                <c:pt idx="11">
                  <c:v>2800</c:v>
                </c:pt>
              </c:numCache>
            </c:numRef>
          </c:val>
          <c:smooth val="0"/>
          <c:extLst>
            <c:ext xmlns:c16="http://schemas.microsoft.com/office/drawing/2014/chart" uri="{C3380CC4-5D6E-409C-BE32-E72D297353CC}">
              <c16:uniqueId val="{00000000-37A1-EA4A-AEC4-1D900A025ECB}"/>
            </c:ext>
          </c:extLst>
        </c:ser>
        <c:ser>
          <c:idx val="1"/>
          <c:order val="1"/>
          <c:tx>
            <c:strRef>
              <c:f>Hoja1!$C$1</c:f>
              <c:strCache>
                <c:ptCount val="1"/>
                <c:pt idx="0">
                  <c:v>2023</c:v>
                </c:pt>
              </c:strCache>
            </c:strRef>
          </c:tx>
          <c:spPr>
            <a:ln w="25400" cap="rnd">
              <a:solidFill>
                <a:srgbClr val="95C21E"/>
              </a:solidFill>
              <a:prstDash val="sysDot"/>
              <a:round/>
            </a:ln>
            <a:effectLst/>
          </c:spPr>
          <c:marker>
            <c:symbol val="circle"/>
            <c:size val="4"/>
            <c:spPr>
              <a:solidFill>
                <a:srgbClr val="95C21E"/>
              </a:solidFill>
              <a:ln w="9525">
                <a:solidFill>
                  <a:srgbClr val="95C21E"/>
                </a:solidFill>
              </a:ln>
              <a:effectLst/>
            </c:spPr>
          </c:marker>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Hoja1!$C$2:$C$13</c:f>
              <c:numCache>
                <c:formatCode>#,##0</c:formatCode>
                <c:ptCount val="12"/>
                <c:pt idx="0">
                  <c:v>5210</c:v>
                </c:pt>
                <c:pt idx="1">
                  <c:v>3800</c:v>
                </c:pt>
                <c:pt idx="2">
                  <c:v>4607</c:v>
                </c:pt>
                <c:pt idx="3">
                  <c:v>7299</c:v>
                </c:pt>
                <c:pt idx="4">
                  <c:v>8639</c:v>
                </c:pt>
                <c:pt idx="5">
                  <c:v>10304</c:v>
                </c:pt>
                <c:pt idx="6">
                  <c:v>14542</c:v>
                </c:pt>
                <c:pt idx="7">
                  <c:v>19064</c:v>
                </c:pt>
                <c:pt idx="8">
                  <c:v>11672</c:v>
                </c:pt>
                <c:pt idx="9">
                  <c:v>9537</c:v>
                </c:pt>
                <c:pt idx="10">
                  <c:v>5159</c:v>
                </c:pt>
                <c:pt idx="11">
                  <c:v>3880</c:v>
                </c:pt>
              </c:numCache>
            </c:numRef>
          </c:val>
          <c:smooth val="0"/>
          <c:extLst>
            <c:ext xmlns:c16="http://schemas.microsoft.com/office/drawing/2014/chart" uri="{C3380CC4-5D6E-409C-BE32-E72D297353CC}">
              <c16:uniqueId val="{00000001-37A1-EA4A-AEC4-1D900A025ECB}"/>
            </c:ext>
          </c:extLst>
        </c:ser>
        <c:ser>
          <c:idx val="2"/>
          <c:order val="2"/>
          <c:tx>
            <c:strRef>
              <c:f>Hoja1!$D$1</c:f>
              <c:strCache>
                <c:ptCount val="1"/>
                <c:pt idx="0">
                  <c:v>2024</c:v>
                </c:pt>
              </c:strCache>
            </c:strRef>
          </c:tx>
          <c:spPr>
            <a:ln w="25400" cap="rnd">
              <a:solidFill>
                <a:srgbClr val="04A2B6"/>
              </a:solidFill>
              <a:prstDash val="sysDot"/>
              <a:round/>
            </a:ln>
            <a:effectLst/>
          </c:spPr>
          <c:marker>
            <c:symbol val="circle"/>
            <c:size val="4"/>
            <c:spPr>
              <a:solidFill>
                <a:srgbClr val="04A2B6"/>
              </a:solidFill>
              <a:ln w="9525">
                <a:solidFill>
                  <a:srgbClr val="04A2B6"/>
                </a:solidFill>
              </a:ln>
              <a:effectLst/>
            </c:spPr>
          </c:marker>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Hoja1!$D$2:$D$13</c:f>
              <c:numCache>
                <c:formatCode>#,##0</c:formatCode>
                <c:ptCount val="12"/>
                <c:pt idx="0">
                  <c:v>6153</c:v>
                </c:pt>
                <c:pt idx="1">
                  <c:v>4399</c:v>
                </c:pt>
                <c:pt idx="2">
                  <c:v>5381</c:v>
                </c:pt>
                <c:pt idx="3">
                  <c:v>7746</c:v>
                </c:pt>
                <c:pt idx="4">
                  <c:v>9311</c:v>
                </c:pt>
                <c:pt idx="5">
                  <c:v>10055</c:v>
                </c:pt>
                <c:pt idx="6">
                  <c:v>13384</c:v>
                </c:pt>
                <c:pt idx="7">
                  <c:v>17670</c:v>
                </c:pt>
                <c:pt idx="8">
                  <c:v>10485</c:v>
                </c:pt>
                <c:pt idx="9">
                  <c:v>9700</c:v>
                </c:pt>
                <c:pt idx="10">
                  <c:v>5563</c:v>
                </c:pt>
                <c:pt idx="11">
                  <c:v>4061</c:v>
                </c:pt>
              </c:numCache>
            </c:numRef>
          </c:val>
          <c:smooth val="0"/>
          <c:extLst>
            <c:ext xmlns:c16="http://schemas.microsoft.com/office/drawing/2014/chart" uri="{C3380CC4-5D6E-409C-BE32-E72D297353CC}">
              <c16:uniqueId val="{00000002-37A1-EA4A-AEC4-1D900A025ECB}"/>
            </c:ext>
          </c:extLst>
        </c:ser>
        <c:dLbls>
          <c:showLegendKey val="0"/>
          <c:showVal val="0"/>
          <c:showCatName val="0"/>
          <c:showSerName val="0"/>
          <c:showPercent val="0"/>
          <c:showBubbleSize val="0"/>
        </c:dLbls>
        <c:marker val="1"/>
        <c:smooth val="0"/>
        <c:axId val="1752506752"/>
        <c:axId val="1752508384"/>
      </c:lineChart>
      <c:catAx>
        <c:axId val="17525067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lumMod val="75000"/>
                    <a:lumOff val="25000"/>
                  </a:schemeClr>
                </a:solidFill>
                <a:latin typeface="Montserrat SemiBold" pitchFamily="2" charset="77"/>
                <a:ea typeface="+mn-ea"/>
                <a:cs typeface="+mn-cs"/>
              </a:defRPr>
            </a:pPr>
            <a:endParaRPr lang="es-ES"/>
          </a:p>
        </c:txPr>
        <c:crossAx val="1752508384"/>
        <c:crosses val="autoZero"/>
        <c:auto val="1"/>
        <c:lblAlgn val="ctr"/>
        <c:lblOffset val="100"/>
        <c:noMultiLvlLbl val="0"/>
      </c:catAx>
      <c:valAx>
        <c:axId val="1752508384"/>
        <c:scaling>
          <c:orientation val="minMax"/>
        </c:scaling>
        <c:delete val="0"/>
        <c:axPos val="l"/>
        <c:majorGridlines>
          <c:spPr>
            <a:ln w="9525" cap="flat" cmpd="sng" algn="ctr">
              <a:solidFill>
                <a:schemeClr val="bg2">
                  <a:lumMod val="90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bg2">
                    <a:lumMod val="75000"/>
                  </a:schemeClr>
                </a:solidFill>
                <a:latin typeface="Montserrat Medium" pitchFamily="2" charset="77"/>
                <a:ea typeface="+mn-ea"/>
                <a:cs typeface="+mn-cs"/>
              </a:defRPr>
            </a:pPr>
            <a:endParaRPr lang="es-ES"/>
          </a:p>
        </c:txPr>
        <c:crossAx val="1752506752"/>
        <c:crosses val="autoZero"/>
        <c:crossBetween val="between"/>
      </c:valAx>
      <c:spPr>
        <a:noFill/>
        <a:ln>
          <a:noFill/>
        </a:ln>
        <a:effectLst/>
      </c:spPr>
    </c:plotArea>
    <c:legend>
      <c:legendPos val="b"/>
      <c:layout>
        <c:manualLayout>
          <c:xMode val="edge"/>
          <c:yMode val="edge"/>
          <c:x val="0.10797163658831933"/>
          <c:y val="2.0458845517953225E-3"/>
          <c:w val="0.89018259357942453"/>
          <c:h val="6.6397832975569865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E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Hoja1!$B$1</c:f>
              <c:strCache>
                <c:ptCount val="1"/>
                <c:pt idx="0">
                  <c:v>Nacional</c:v>
                </c:pt>
              </c:strCache>
            </c:strRef>
          </c:tx>
          <c:spPr>
            <a:solidFill>
              <a:srgbClr val="003B42"/>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ontserrat Medium" pitchFamily="2" charset="77"/>
                    <a:ea typeface="+mn-ea"/>
                    <a:cs typeface="+mn-c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Hoja1!$A$2:$A$5</c:f>
              <c:strCache>
                <c:ptCount val="4"/>
                <c:pt idx="0">
                  <c:v>Valencia</c:v>
                </c:pt>
                <c:pt idx="1">
                  <c:v>Madrid</c:v>
                </c:pt>
                <c:pt idx="2">
                  <c:v>Murcia</c:v>
                </c:pt>
                <c:pt idx="3">
                  <c:v>Albacete</c:v>
                </c:pt>
              </c:strCache>
            </c:strRef>
          </c:cat>
          <c:val>
            <c:numRef>
              <c:f>Hoja1!$B$2:$B$5</c:f>
              <c:numCache>
                <c:formatCode>#,##0</c:formatCode>
                <c:ptCount val="4"/>
                <c:pt idx="0">
                  <c:v>23079</c:v>
                </c:pt>
                <c:pt idx="1">
                  <c:v>7185</c:v>
                </c:pt>
                <c:pt idx="2">
                  <c:v>1306</c:v>
                </c:pt>
                <c:pt idx="3">
                  <c:v>539</c:v>
                </c:pt>
              </c:numCache>
            </c:numRef>
          </c:val>
          <c:extLst>
            <c:ext xmlns:c16="http://schemas.microsoft.com/office/drawing/2014/chart" uri="{C3380CC4-5D6E-409C-BE32-E72D297353CC}">
              <c16:uniqueId val="{00000000-9D5D-8B47-9D6D-C1422BBEED1D}"/>
            </c:ext>
          </c:extLst>
        </c:ser>
        <c:dLbls>
          <c:dLblPos val="outEnd"/>
          <c:showLegendKey val="0"/>
          <c:showVal val="1"/>
          <c:showCatName val="0"/>
          <c:showSerName val="0"/>
          <c:showPercent val="0"/>
          <c:showBubbleSize val="0"/>
        </c:dLbls>
        <c:gapWidth val="206"/>
        <c:overlap val="-90"/>
        <c:axId val="1752506752"/>
        <c:axId val="1752508384"/>
      </c:barChart>
      <c:catAx>
        <c:axId val="175250675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cap="all" spc="120" normalizeH="0" baseline="0">
                <a:solidFill>
                  <a:schemeClr val="tx1">
                    <a:lumMod val="75000"/>
                    <a:lumOff val="25000"/>
                  </a:schemeClr>
                </a:solidFill>
                <a:latin typeface="Montserrat" pitchFamily="2" charset="77"/>
                <a:ea typeface="+mn-ea"/>
                <a:cs typeface="+mn-cs"/>
              </a:defRPr>
            </a:pPr>
            <a:endParaRPr lang="es-ES"/>
          </a:p>
        </c:txPr>
        <c:crossAx val="1752508384"/>
        <c:crosses val="autoZero"/>
        <c:auto val="1"/>
        <c:lblAlgn val="ctr"/>
        <c:lblOffset val="100"/>
        <c:noMultiLvlLbl val="0"/>
      </c:catAx>
      <c:valAx>
        <c:axId val="1752508384"/>
        <c:scaling>
          <c:orientation val="minMax"/>
        </c:scaling>
        <c:delete val="1"/>
        <c:axPos val="l"/>
        <c:numFmt formatCode="#,##0" sourceLinked="1"/>
        <c:majorTickMark val="none"/>
        <c:minorTickMark val="none"/>
        <c:tickLblPos val="nextTo"/>
        <c:crossAx val="17525067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Hoja1!$B$1</c:f>
              <c:strCache>
                <c:ptCount val="1"/>
                <c:pt idx="0">
                  <c:v>Nacional</c:v>
                </c:pt>
              </c:strCache>
            </c:strRef>
          </c:tx>
          <c:spPr>
            <a:solidFill>
              <a:srgbClr val="003B42"/>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ontserrat Medium" pitchFamily="2" charset="77"/>
                    <a:ea typeface="+mn-ea"/>
                    <a:cs typeface="+mn-c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Hoja1!$A$2:$A$6</c:f>
              <c:strCache>
                <c:ptCount val="5"/>
                <c:pt idx="0">
                  <c:v>Alemania</c:v>
                </c:pt>
                <c:pt idx="1">
                  <c:v>Bélgica</c:v>
                </c:pt>
                <c:pt idx="2">
                  <c:v>Países Bajos</c:v>
                </c:pt>
                <c:pt idx="3">
                  <c:v>Reino Unido</c:v>
                </c:pt>
                <c:pt idx="4">
                  <c:v>Francia</c:v>
                </c:pt>
              </c:strCache>
            </c:strRef>
          </c:cat>
          <c:val>
            <c:numRef>
              <c:f>Hoja1!$B$2:$B$6</c:f>
              <c:numCache>
                <c:formatCode>#,##0</c:formatCode>
                <c:ptCount val="5"/>
                <c:pt idx="0">
                  <c:v>13916</c:v>
                </c:pt>
                <c:pt idx="1">
                  <c:v>13977</c:v>
                </c:pt>
                <c:pt idx="2">
                  <c:v>21052</c:v>
                </c:pt>
                <c:pt idx="3">
                  <c:v>25594</c:v>
                </c:pt>
                <c:pt idx="4">
                  <c:v>10748</c:v>
                </c:pt>
              </c:numCache>
            </c:numRef>
          </c:val>
          <c:extLst>
            <c:ext xmlns:c16="http://schemas.microsoft.com/office/drawing/2014/chart" uri="{C3380CC4-5D6E-409C-BE32-E72D297353CC}">
              <c16:uniqueId val="{00000000-147E-2F47-90E2-27392D1A2A51}"/>
            </c:ext>
          </c:extLst>
        </c:ser>
        <c:dLbls>
          <c:dLblPos val="outEnd"/>
          <c:showLegendKey val="0"/>
          <c:showVal val="1"/>
          <c:showCatName val="0"/>
          <c:showSerName val="0"/>
          <c:showPercent val="0"/>
          <c:showBubbleSize val="0"/>
        </c:dLbls>
        <c:gapWidth val="206"/>
        <c:overlap val="-90"/>
        <c:axId val="1752506752"/>
        <c:axId val="1752508384"/>
      </c:barChart>
      <c:catAx>
        <c:axId val="175250675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cap="all" spc="120" normalizeH="0" baseline="0">
                <a:solidFill>
                  <a:schemeClr val="tx1">
                    <a:lumMod val="75000"/>
                    <a:lumOff val="25000"/>
                  </a:schemeClr>
                </a:solidFill>
                <a:latin typeface="Montserrat" pitchFamily="2" charset="77"/>
                <a:ea typeface="+mn-ea"/>
                <a:cs typeface="+mn-cs"/>
              </a:defRPr>
            </a:pPr>
            <a:endParaRPr lang="es-ES"/>
          </a:p>
        </c:txPr>
        <c:crossAx val="1752508384"/>
        <c:crosses val="autoZero"/>
        <c:auto val="1"/>
        <c:lblAlgn val="ctr"/>
        <c:lblOffset val="100"/>
        <c:noMultiLvlLbl val="0"/>
      </c:catAx>
      <c:valAx>
        <c:axId val="1752508384"/>
        <c:scaling>
          <c:orientation val="minMax"/>
        </c:scaling>
        <c:delete val="1"/>
        <c:axPos val="l"/>
        <c:numFmt formatCode="#,##0" sourceLinked="1"/>
        <c:majorTickMark val="none"/>
        <c:minorTickMark val="none"/>
        <c:tickLblPos val="nextTo"/>
        <c:crossAx val="17525067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525728020234825E-2"/>
          <c:y val="8.412482694279394E-2"/>
          <c:w val="0.91293633644330552"/>
          <c:h val="0.86052953695496393"/>
        </c:manualLayout>
      </c:layout>
      <c:lineChart>
        <c:grouping val="standard"/>
        <c:varyColors val="0"/>
        <c:ser>
          <c:idx val="0"/>
          <c:order val="0"/>
          <c:tx>
            <c:strRef>
              <c:f>'[Gráfico en Microsoft PowerPoint]Hoja1'!$B$1</c:f>
              <c:strCache>
                <c:ptCount val="1"/>
                <c:pt idx="0">
                  <c:v>Gasto máximo por ticket/compra</c:v>
                </c:pt>
              </c:strCache>
            </c:strRef>
          </c:tx>
          <c:spPr>
            <a:ln w="25400" cap="rnd">
              <a:solidFill>
                <a:srgbClr val="95C21E"/>
              </a:solidFill>
              <a:prstDash val="sysDot"/>
              <a:round/>
            </a:ln>
            <a:effectLst/>
          </c:spPr>
          <c:marker>
            <c:symbol val="circle"/>
            <c:size val="4"/>
            <c:spPr>
              <a:solidFill>
                <a:srgbClr val="95C21E"/>
              </a:solidFill>
              <a:ln w="9525">
                <a:solidFill>
                  <a:srgbClr val="95C21E"/>
                </a:solidFill>
              </a:ln>
              <a:effectLst/>
            </c:spPr>
          </c:marker>
          <c:cat>
            <c:strRef>
              <c:f>'[Gráfico en Microsoft PowerPoint]Hoja1'!$A$2:$A$13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'[Gráfico en Microsoft PowerPoint]Hoja1'!$B$2:$B$13</c:f>
              <c:numCache>
                <c:formatCode>#,##0</c:formatCode>
                <c:ptCount val="12"/>
                <c:pt idx="0">
                  <c:v>122</c:v>
                </c:pt>
                <c:pt idx="1">
                  <c:v>106</c:v>
                </c:pt>
                <c:pt idx="2">
                  <c:v>90</c:v>
                </c:pt>
                <c:pt idx="3">
                  <c:v>92</c:v>
                </c:pt>
                <c:pt idx="4">
                  <c:v>133</c:v>
                </c:pt>
                <c:pt idx="5">
                  <c:v>117</c:v>
                </c:pt>
                <c:pt idx="6">
                  <c:v>153</c:v>
                </c:pt>
                <c:pt idx="7">
                  <c:v>142</c:v>
                </c:pt>
                <c:pt idx="8">
                  <c:v>117</c:v>
                </c:pt>
                <c:pt idx="9">
                  <c:v>114</c:v>
                </c:pt>
                <c:pt idx="10">
                  <c:v>100</c:v>
                </c:pt>
                <c:pt idx="11">
                  <c:v>151</c:v>
                </c:pt>
              </c:numCache>
            </c:numRef>
          </c:val>
          <c:smooth val="0"/>
          <c:extLst>
            <c:ext xmlns:c16="http://schemas.microsoft.com/office/drawing/2014/chart" uri="{C3380CC4-5D6E-409C-BE32-E72D297353CC}">
              <c16:uniqueId val="{00000000-CDB5-402B-9420-5ABF81225626}"/>
            </c:ext>
          </c:extLst>
        </c:ser>
        <c:ser>
          <c:idx val="1"/>
          <c:order val="1"/>
          <c:tx>
            <c:strRef>
              <c:f>'[Gráfico en Microsoft PowerPoint]Hoja1'!$C$1</c:f>
              <c:strCache>
                <c:ptCount val="1"/>
                <c:pt idx="0">
                  <c:v>Gasto máximo por persona/día</c:v>
                </c:pt>
              </c:strCache>
            </c:strRef>
          </c:tx>
          <c:spPr>
            <a:ln w="25400" cap="rnd">
              <a:solidFill>
                <a:srgbClr val="04A2B6"/>
              </a:solidFill>
              <a:prstDash val="sysDot"/>
              <a:round/>
            </a:ln>
            <a:effectLst/>
          </c:spPr>
          <c:marker>
            <c:symbol val="circle"/>
            <c:size val="4"/>
            <c:spPr>
              <a:solidFill>
                <a:srgbClr val="04A2B6"/>
              </a:solidFill>
              <a:ln w="9525">
                <a:solidFill>
                  <a:srgbClr val="04A2B6"/>
                </a:solidFill>
              </a:ln>
              <a:effectLst/>
            </c:spPr>
          </c:marker>
          <c:cat>
            <c:strRef>
              <c:f>'[Gráfico en Microsoft PowerPoint]Hoja1'!$A$2:$A$13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'[Gráfico en Microsoft PowerPoint]Hoja1'!$C$2:$C$13</c:f>
              <c:numCache>
                <c:formatCode>#,##0</c:formatCode>
                <c:ptCount val="12"/>
                <c:pt idx="0">
                  <c:v>144</c:v>
                </c:pt>
                <c:pt idx="1">
                  <c:v>139</c:v>
                </c:pt>
                <c:pt idx="2">
                  <c:v>100</c:v>
                </c:pt>
                <c:pt idx="3">
                  <c:v>161</c:v>
                </c:pt>
                <c:pt idx="4">
                  <c:v>150</c:v>
                </c:pt>
                <c:pt idx="5">
                  <c:v>276</c:v>
                </c:pt>
                <c:pt idx="6">
                  <c:v>354</c:v>
                </c:pt>
                <c:pt idx="7">
                  <c:v>348</c:v>
                </c:pt>
                <c:pt idx="8">
                  <c:v>153</c:v>
                </c:pt>
                <c:pt idx="9">
                  <c:v>131</c:v>
                </c:pt>
                <c:pt idx="10">
                  <c:v>161</c:v>
                </c:pt>
                <c:pt idx="11">
                  <c:v>202</c:v>
                </c:pt>
              </c:numCache>
            </c:numRef>
          </c:val>
          <c:smooth val="0"/>
          <c:extLst>
            <c:ext xmlns:c16="http://schemas.microsoft.com/office/drawing/2014/chart" uri="{C3380CC4-5D6E-409C-BE32-E72D297353CC}">
              <c16:uniqueId val="{00000001-CDB5-402B-9420-5ABF81225626}"/>
            </c:ext>
          </c:extLst>
        </c:ser>
        <c:dLbls>
          <c:showLegendKey val="0"/>
          <c:showVal val="0"/>
          <c:showCatName val="0"/>
          <c:showSerName val="0"/>
          <c:showPercent val="0"/>
          <c:showBubbleSize val="0"/>
        </c:dLbls>
        <c:marker val="1"/>
        <c:smooth val="0"/>
        <c:axId val="504134975"/>
        <c:axId val="504119615"/>
      </c:lineChart>
      <c:catAx>
        <c:axId val="50413497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ontserrat Medium" pitchFamily="2" charset="0"/>
                <a:ea typeface="+mn-ea"/>
                <a:cs typeface="+mn-cs"/>
              </a:defRPr>
            </a:pPr>
            <a:endParaRPr lang="es-ES"/>
          </a:p>
        </c:txPr>
        <c:crossAx val="504119615"/>
        <c:crosses val="autoZero"/>
        <c:auto val="1"/>
        <c:lblAlgn val="ctr"/>
        <c:lblOffset val="100"/>
        <c:noMultiLvlLbl val="0"/>
      </c:catAx>
      <c:valAx>
        <c:axId val="504119615"/>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lumMod val="65000"/>
                  </a:schemeClr>
                </a:solidFill>
                <a:latin typeface="Montserrat Medium" pitchFamily="2" charset="0"/>
                <a:ea typeface="+mn-ea"/>
                <a:cs typeface="+mn-cs"/>
              </a:defRPr>
            </a:pPr>
            <a:endParaRPr lang="es-ES"/>
          </a:p>
        </c:txPr>
        <c:crossAx val="504134975"/>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ontserrat Medium" pitchFamily="2" charset="0"/>
              <a:ea typeface="+mn-ea"/>
              <a:cs typeface="+mn-cs"/>
            </a:defRPr>
          </a:pPr>
          <a:endParaRPr lang="es-ES"/>
        </a:p>
      </c:txPr>
    </c:legend>
    <c:plotVisOnly val="1"/>
    <c:dispBlanksAs val="gap"/>
    <c:showDLblsOverMax val="0"/>
  </c:chart>
  <c:spPr>
    <a:noFill/>
    <a:ln>
      <a:noFill/>
    </a:ln>
    <a:effectLst/>
  </c:spPr>
  <c:txPr>
    <a:bodyPr/>
    <a:lstStyle/>
    <a:p>
      <a:pPr>
        <a:defRPr>
          <a:latin typeface="Montserrat Medium" pitchFamily="2" charset="0"/>
        </a:defRPr>
      </a:pPr>
      <a:endParaRPr lang="es-E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8934171641812271E-2"/>
          <c:y val="0.14636981363154603"/>
          <c:w val="0.87623157963598719"/>
          <c:h val="0.79794062698684409"/>
        </c:manualLayout>
      </c:layout>
      <c:lineChart>
        <c:grouping val="stacked"/>
        <c:varyColors val="0"/>
        <c:ser>
          <c:idx val="0"/>
          <c:order val="0"/>
          <c:tx>
            <c:strRef>
              <c:f>Hoja1!$B$1</c:f>
              <c:strCache>
                <c:ptCount val="1"/>
                <c:pt idx="0">
                  <c:v>Gasto total mensual</c:v>
                </c:pt>
              </c:strCache>
            </c:strRef>
          </c:tx>
          <c:spPr>
            <a:ln w="25400" cap="rnd">
              <a:solidFill>
                <a:srgbClr val="95C21E"/>
              </a:solidFill>
              <a:prstDash val="sysDot"/>
              <a:round/>
            </a:ln>
            <a:effectLst/>
          </c:spPr>
          <c:marker>
            <c:symbol val="circle"/>
            <c:size val="4"/>
            <c:spPr>
              <a:solidFill>
                <a:srgbClr val="95C21E"/>
              </a:solidFill>
              <a:ln w="9525">
                <a:solidFill>
                  <a:srgbClr val="95C21E"/>
                </a:solidFill>
              </a:ln>
              <a:effectLst/>
            </c:spPr>
          </c:marker>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Hoja1!$B$2:$B$13</c:f>
              <c:numCache>
                <c:formatCode>#,##0</c:formatCode>
                <c:ptCount val="12"/>
                <c:pt idx="0">
                  <c:v>1671</c:v>
                </c:pt>
                <c:pt idx="1">
                  <c:v>4237</c:v>
                </c:pt>
                <c:pt idx="2">
                  <c:v>4562</c:v>
                </c:pt>
                <c:pt idx="3">
                  <c:v>4935</c:v>
                </c:pt>
                <c:pt idx="4">
                  <c:v>16877</c:v>
                </c:pt>
                <c:pt idx="5">
                  <c:v>14580</c:v>
                </c:pt>
                <c:pt idx="6">
                  <c:v>15345</c:v>
                </c:pt>
                <c:pt idx="7">
                  <c:v>7900</c:v>
                </c:pt>
                <c:pt idx="8">
                  <c:v>2894</c:v>
                </c:pt>
                <c:pt idx="9">
                  <c:v>2056</c:v>
                </c:pt>
                <c:pt idx="10">
                  <c:v>1531</c:v>
                </c:pt>
                <c:pt idx="11">
                  <c:v>5420</c:v>
                </c:pt>
              </c:numCache>
            </c:numRef>
          </c:val>
          <c:smooth val="0"/>
          <c:extLst>
            <c:ext xmlns:c16="http://schemas.microsoft.com/office/drawing/2014/chart" uri="{C3380CC4-5D6E-409C-BE32-E72D297353CC}">
              <c16:uniqueId val="{00000000-F671-E948-8E73-D4DDEFEF4448}"/>
            </c:ext>
          </c:extLst>
        </c:ser>
        <c:ser>
          <c:idx val="1"/>
          <c:order val="1"/>
          <c:tx>
            <c:strRef>
              <c:f>Hoja1!$C$1</c:f>
              <c:strCache>
                <c:ptCount val="1"/>
                <c:pt idx="0">
                  <c:v>Transacciones mensuales </c:v>
                </c:pt>
              </c:strCache>
            </c:strRef>
          </c:tx>
          <c:spPr>
            <a:ln w="25400" cap="rnd">
              <a:solidFill>
                <a:srgbClr val="04A2B6"/>
              </a:solidFill>
              <a:prstDash val="sysDot"/>
              <a:round/>
            </a:ln>
            <a:effectLst/>
          </c:spPr>
          <c:marker>
            <c:symbol val="circle"/>
            <c:size val="4"/>
            <c:spPr>
              <a:solidFill>
                <a:srgbClr val="04A2B6"/>
              </a:solidFill>
              <a:ln w="9525">
                <a:solidFill>
                  <a:srgbClr val="04A2B6"/>
                </a:solidFill>
              </a:ln>
              <a:effectLst/>
            </c:spPr>
          </c:marker>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Hoja1!$C$2:$C$13</c:f>
              <c:numCache>
                <c:formatCode>#,##0</c:formatCode>
                <c:ptCount val="12"/>
                <c:pt idx="0">
                  <c:v>751</c:v>
                </c:pt>
                <c:pt idx="1">
                  <c:v>648</c:v>
                </c:pt>
                <c:pt idx="2">
                  <c:v>3669</c:v>
                </c:pt>
                <c:pt idx="3">
                  <c:v>2994</c:v>
                </c:pt>
                <c:pt idx="4">
                  <c:v>8318</c:v>
                </c:pt>
                <c:pt idx="5">
                  <c:v>7894</c:v>
                </c:pt>
                <c:pt idx="6">
                  <c:v>12067</c:v>
                </c:pt>
                <c:pt idx="7">
                  <c:v>5850</c:v>
                </c:pt>
                <c:pt idx="8">
                  <c:v>3071</c:v>
                </c:pt>
                <c:pt idx="9">
                  <c:v>1025</c:v>
                </c:pt>
                <c:pt idx="10">
                  <c:v>1651</c:v>
                </c:pt>
                <c:pt idx="11">
                  <c:v>1250</c:v>
                </c:pt>
              </c:numCache>
            </c:numRef>
          </c:val>
          <c:smooth val="0"/>
          <c:extLst>
            <c:ext xmlns:c16="http://schemas.microsoft.com/office/drawing/2014/chart" uri="{C3380CC4-5D6E-409C-BE32-E72D297353CC}">
              <c16:uniqueId val="{00000001-F671-E948-8E73-D4DDEFEF4448}"/>
            </c:ext>
          </c:extLst>
        </c:ser>
        <c:dLbls>
          <c:showLegendKey val="0"/>
          <c:showVal val="0"/>
          <c:showCatName val="0"/>
          <c:showSerName val="0"/>
          <c:showPercent val="0"/>
          <c:showBubbleSize val="0"/>
        </c:dLbls>
        <c:marker val="1"/>
        <c:smooth val="0"/>
        <c:axId val="1752506752"/>
        <c:axId val="1752508384"/>
      </c:lineChart>
      <c:catAx>
        <c:axId val="17525067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lumMod val="75000"/>
                    <a:lumOff val="25000"/>
                  </a:schemeClr>
                </a:solidFill>
                <a:latin typeface="Montserrat SemiBold" pitchFamily="2" charset="77"/>
                <a:ea typeface="+mn-ea"/>
                <a:cs typeface="+mn-cs"/>
              </a:defRPr>
            </a:pPr>
            <a:endParaRPr lang="es-ES"/>
          </a:p>
        </c:txPr>
        <c:crossAx val="1752508384"/>
        <c:crosses val="autoZero"/>
        <c:auto val="1"/>
        <c:lblAlgn val="ctr"/>
        <c:lblOffset val="100"/>
        <c:noMultiLvlLbl val="0"/>
      </c:catAx>
      <c:valAx>
        <c:axId val="1752508384"/>
        <c:scaling>
          <c:orientation val="minMax"/>
        </c:scaling>
        <c:delete val="0"/>
        <c:axPos val="l"/>
        <c:majorGridlines>
          <c:spPr>
            <a:ln w="9525" cap="flat" cmpd="sng" algn="ctr">
              <a:solidFill>
                <a:schemeClr val="bg2">
                  <a:lumMod val="90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bg2">
                    <a:lumMod val="75000"/>
                  </a:schemeClr>
                </a:solidFill>
                <a:latin typeface="Montserrat Medium" pitchFamily="2" charset="77"/>
                <a:ea typeface="+mn-ea"/>
                <a:cs typeface="+mn-cs"/>
              </a:defRPr>
            </a:pPr>
            <a:endParaRPr lang="es-ES"/>
          </a:p>
        </c:txPr>
        <c:crossAx val="1752506752"/>
        <c:crosses val="autoZero"/>
        <c:crossBetween val="between"/>
      </c:valAx>
      <c:spPr>
        <a:noFill/>
        <a:ln>
          <a:noFill/>
        </a:ln>
        <a:effectLst/>
      </c:spPr>
    </c:plotArea>
    <c:legend>
      <c:legendPos val="b"/>
      <c:layout>
        <c:manualLayout>
          <c:xMode val="edge"/>
          <c:yMode val="edge"/>
          <c:x val="7.2398741789365839E-2"/>
          <c:y val="2.0458747004450531E-3"/>
          <c:w val="0.8512163626589605"/>
          <c:h val="6.6405757816850777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E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1334096182105394E-2"/>
          <c:y val="4.9475433946385081E-2"/>
          <c:w val="0.93383154794020751"/>
          <c:h val="0.89483501635154616"/>
        </c:manualLayout>
      </c:layout>
      <c:barChart>
        <c:barDir val="col"/>
        <c:grouping val="clustered"/>
        <c:varyColors val="0"/>
        <c:ser>
          <c:idx val="0"/>
          <c:order val="0"/>
          <c:tx>
            <c:strRef>
              <c:f>Hoja1!$B$1</c:f>
              <c:strCache>
                <c:ptCount val="1"/>
                <c:pt idx="0">
                  <c:v>Distribución anual del gasto turístico</c:v>
                </c:pt>
              </c:strCache>
            </c:strRef>
          </c:tx>
          <c:spPr>
            <a:solidFill>
              <a:srgbClr val="003B42"/>
            </a:solidFill>
            <a:ln>
              <a:noFill/>
              <a:prstDash val="sysDot"/>
            </a:ln>
            <a:effectLst/>
          </c:spPr>
          <c:invertIfNegative val="0"/>
          <c:dLbls>
            <c:spPr>
              <a:noFill/>
              <a:ln>
                <a:noFill/>
              </a:ln>
              <a:effectLst/>
            </c:spPr>
            <c:txPr>
              <a:bodyPr rot="0" spcFirstLastPara="1" vertOverflow="ellipsis" vert="horz" wrap="square" anchor="ctr" anchorCtr="1"/>
              <a:lstStyle/>
              <a:p>
                <a:pPr>
                  <a:defRPr sz="1050" b="1" i="0" u="none" strike="noStrike" kern="1200" baseline="0">
                    <a:solidFill>
                      <a:schemeClr val="tx1">
                        <a:lumMod val="75000"/>
                        <a:lumOff val="25000"/>
                      </a:schemeClr>
                    </a:solidFill>
                    <a:latin typeface="Montserrat" pitchFamily="2" charset="0"/>
                    <a:ea typeface="+mn-ea"/>
                    <a:cs typeface="+mn-c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Hoja1!$B$2:$B$13</c:f>
              <c:numCache>
                <c:formatCode>0%</c:formatCode>
                <c:ptCount val="12"/>
                <c:pt idx="0">
                  <c:v>0.14000000000000001</c:v>
                </c:pt>
                <c:pt idx="1">
                  <c:v>0.16</c:v>
                </c:pt>
                <c:pt idx="2">
                  <c:v>0.19</c:v>
                </c:pt>
                <c:pt idx="3">
                  <c:v>0.21</c:v>
                </c:pt>
                <c:pt idx="4">
                  <c:v>0.31</c:v>
                </c:pt>
                <c:pt idx="5">
                  <c:v>0.31</c:v>
                </c:pt>
                <c:pt idx="6">
                  <c:v>0.15</c:v>
                </c:pt>
                <c:pt idx="7">
                  <c:v>0.13</c:v>
                </c:pt>
                <c:pt idx="8">
                  <c:v>0.05</c:v>
                </c:pt>
                <c:pt idx="9">
                  <c:v>0.06</c:v>
                </c:pt>
                <c:pt idx="10">
                  <c:v>0.03</c:v>
                </c:pt>
                <c:pt idx="11">
                  <c:v>0.05</c:v>
                </c:pt>
              </c:numCache>
            </c:numRef>
          </c:val>
          <c:extLst>
            <c:ext xmlns:c16="http://schemas.microsoft.com/office/drawing/2014/chart" uri="{C3380CC4-5D6E-409C-BE32-E72D297353CC}">
              <c16:uniqueId val="{00000000-527F-B549-86AD-51F4F3C91FFE}"/>
            </c:ext>
          </c:extLst>
        </c:ser>
        <c:dLbls>
          <c:dLblPos val="outEnd"/>
          <c:showLegendKey val="0"/>
          <c:showVal val="1"/>
          <c:showCatName val="0"/>
          <c:showSerName val="0"/>
          <c:showPercent val="0"/>
          <c:showBubbleSize val="0"/>
        </c:dLbls>
        <c:gapWidth val="60"/>
        <c:axId val="1752506752"/>
        <c:axId val="1752508384"/>
      </c:barChart>
      <c:catAx>
        <c:axId val="17525067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lumMod val="65000"/>
                    <a:lumOff val="35000"/>
                  </a:schemeClr>
                </a:solidFill>
                <a:latin typeface="Montserrat Medium" pitchFamily="2" charset="0"/>
                <a:ea typeface="+mn-ea"/>
                <a:cs typeface="+mn-cs"/>
              </a:defRPr>
            </a:pPr>
            <a:endParaRPr lang="es-ES"/>
          </a:p>
        </c:txPr>
        <c:crossAx val="1752508384"/>
        <c:crosses val="autoZero"/>
        <c:auto val="1"/>
        <c:lblAlgn val="ctr"/>
        <c:lblOffset val="100"/>
        <c:noMultiLvlLbl val="0"/>
      </c:catAx>
      <c:valAx>
        <c:axId val="1752508384"/>
        <c:scaling>
          <c:orientation val="minMax"/>
        </c:scaling>
        <c:delete val="1"/>
        <c:axPos val="l"/>
        <c:numFmt formatCode="0%" sourceLinked="1"/>
        <c:majorTickMark val="none"/>
        <c:minorTickMark val="none"/>
        <c:tickLblPos val="nextTo"/>
        <c:crossAx val="17525067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Montserrat" pitchFamily="2" charset="0"/>
        </a:defRPr>
      </a:pPr>
      <a:endParaRPr lang="es-E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Hoja1!$B$1</c:f>
              <c:strCache>
                <c:ptCount val="1"/>
                <c:pt idx="0">
                  <c:v>Número total de turistas alojados por estación</c:v>
                </c:pt>
              </c:strCache>
            </c:strRef>
          </c:tx>
          <c:spPr>
            <a:solidFill>
              <a:srgbClr val="003B42"/>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00" b="0" i="0" u="none" strike="noStrike" kern="1200" baseline="0">
                    <a:solidFill>
                      <a:schemeClr val="bg1"/>
                    </a:solidFill>
                    <a:latin typeface="Montserrat Medium" pitchFamily="2" charset="77"/>
                    <a:ea typeface="+mn-ea"/>
                    <a:cs typeface="+mn-cs"/>
                  </a:defRPr>
                </a:pPr>
                <a:endParaRPr lang="es-E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Hoja1!$A$2:$A$5</c:f>
              <c:strCache>
                <c:ptCount val="4"/>
                <c:pt idx="0">
                  <c:v>Verano</c:v>
                </c:pt>
                <c:pt idx="1">
                  <c:v>Primavera</c:v>
                </c:pt>
                <c:pt idx="2">
                  <c:v>Otoño</c:v>
                </c:pt>
                <c:pt idx="3">
                  <c:v>Invierno</c:v>
                </c:pt>
              </c:strCache>
            </c:strRef>
          </c:cat>
          <c:val>
            <c:numRef>
              <c:f>Hoja1!$B$2:$B$5</c:f>
              <c:numCache>
                <c:formatCode>#,##0</c:formatCode>
                <c:ptCount val="4"/>
                <c:pt idx="0">
                  <c:v>122000</c:v>
                </c:pt>
                <c:pt idx="1">
                  <c:v>62919</c:v>
                </c:pt>
                <c:pt idx="2">
                  <c:v>62143</c:v>
                </c:pt>
                <c:pt idx="3">
                  <c:v>40184</c:v>
                </c:pt>
              </c:numCache>
            </c:numRef>
          </c:val>
          <c:extLst>
            <c:ext xmlns:c16="http://schemas.microsoft.com/office/drawing/2014/chart" uri="{C3380CC4-5D6E-409C-BE32-E72D297353CC}">
              <c16:uniqueId val="{00000000-0B0A-AC42-9107-23B0CD237F87}"/>
            </c:ext>
          </c:extLst>
        </c:ser>
        <c:dLbls>
          <c:dLblPos val="outEnd"/>
          <c:showLegendKey val="0"/>
          <c:showVal val="1"/>
          <c:showCatName val="0"/>
          <c:showSerName val="0"/>
          <c:showPercent val="0"/>
          <c:showBubbleSize val="0"/>
        </c:dLbls>
        <c:gapWidth val="206"/>
        <c:overlap val="-90"/>
        <c:axId val="1752506752"/>
        <c:axId val="1752508384"/>
      </c:barChart>
      <c:catAx>
        <c:axId val="175250675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cap="all" spc="120" normalizeH="0" baseline="0">
                <a:solidFill>
                  <a:srgbClr val="04145E"/>
                </a:solidFill>
                <a:latin typeface="Montserrat" pitchFamily="2" charset="77"/>
                <a:ea typeface="+mn-ea"/>
                <a:cs typeface="+mn-cs"/>
              </a:defRPr>
            </a:pPr>
            <a:endParaRPr lang="es-ES"/>
          </a:p>
        </c:txPr>
        <c:crossAx val="1752508384"/>
        <c:crosses val="autoZero"/>
        <c:auto val="1"/>
        <c:lblAlgn val="ctr"/>
        <c:lblOffset val="100"/>
        <c:noMultiLvlLbl val="0"/>
      </c:catAx>
      <c:valAx>
        <c:axId val="1752508384"/>
        <c:scaling>
          <c:orientation val="minMax"/>
        </c:scaling>
        <c:delete val="1"/>
        <c:axPos val="l"/>
        <c:numFmt formatCode="#,##0" sourceLinked="1"/>
        <c:majorTickMark val="none"/>
        <c:minorTickMark val="none"/>
        <c:tickLblPos val="nextTo"/>
        <c:crossAx val="17525067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Hoja1!$B$1</c:f>
              <c:strCache>
                <c:ptCount val="1"/>
                <c:pt idx="0">
                  <c:v>Media de pernoctaciones por estación</c:v>
                </c:pt>
              </c:strCache>
            </c:strRef>
          </c:tx>
          <c:spPr>
            <a:solidFill>
              <a:srgbClr val="003B42"/>
            </a:solidFill>
            <a:ln>
              <a:noFill/>
            </a:ln>
            <a:effectLst/>
          </c:spPr>
          <c:invertIfNegative val="0"/>
          <c:dLbls>
            <c:numFmt formatCode="#,##0.0" sourceLinked="0"/>
            <c:spPr>
              <a:noFill/>
              <a:ln>
                <a:noFill/>
              </a:ln>
              <a:effectLst/>
            </c:spPr>
            <c:txPr>
              <a:bodyPr rot="-5400000" spcFirstLastPara="1" vertOverflow="clip" horzOverflow="clip" vert="horz" wrap="square" lIns="38100" tIns="19050" rIns="38100" bIns="19050" anchor="ctr" anchorCtr="1">
                <a:spAutoFit/>
              </a:bodyPr>
              <a:lstStyle/>
              <a:p>
                <a:pPr>
                  <a:defRPr sz="1000" b="0" i="0" u="none" strike="noStrike" kern="1200" baseline="0">
                    <a:solidFill>
                      <a:schemeClr val="bg1"/>
                    </a:solidFill>
                    <a:latin typeface="Montserrat Medium" pitchFamily="2" charset="77"/>
                    <a:ea typeface="+mn-ea"/>
                    <a:cs typeface="+mn-cs"/>
                  </a:defRPr>
                </a:pPr>
                <a:endParaRPr lang="es-ES"/>
              </a:p>
            </c:txPr>
            <c:dLblPos val="inEnd"/>
            <c:showLegendKey val="0"/>
            <c:showVal val="1"/>
            <c:showCatName val="0"/>
            <c:showSerName val="0"/>
            <c:showPercent val="0"/>
            <c:showBubbleSize val="0"/>
            <c:separator>, </c:separator>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Hoja1!$A$2:$A$5</c:f>
              <c:strCache>
                <c:ptCount val="4"/>
                <c:pt idx="0">
                  <c:v>Verano</c:v>
                </c:pt>
                <c:pt idx="1">
                  <c:v>Primavera</c:v>
                </c:pt>
                <c:pt idx="2">
                  <c:v>Otoño</c:v>
                </c:pt>
                <c:pt idx="3">
                  <c:v>Invierno</c:v>
                </c:pt>
              </c:strCache>
            </c:strRef>
          </c:cat>
          <c:val>
            <c:numRef>
              <c:f>Hoja1!$B$2:$B$5</c:f>
              <c:numCache>
                <c:formatCode>#,##0</c:formatCode>
                <c:ptCount val="4"/>
                <c:pt idx="0">
                  <c:v>15.3</c:v>
                </c:pt>
                <c:pt idx="1">
                  <c:v>14.6</c:v>
                </c:pt>
                <c:pt idx="2">
                  <c:v>14.4</c:v>
                </c:pt>
                <c:pt idx="3">
                  <c:v>14</c:v>
                </c:pt>
              </c:numCache>
            </c:numRef>
          </c:val>
          <c:extLst>
            <c:ext xmlns:c16="http://schemas.microsoft.com/office/drawing/2014/chart" uri="{C3380CC4-5D6E-409C-BE32-E72D297353CC}">
              <c16:uniqueId val="{00000000-732A-0842-B597-3AA0B44D9634}"/>
            </c:ext>
          </c:extLst>
        </c:ser>
        <c:dLbls>
          <c:dLblPos val="outEnd"/>
          <c:showLegendKey val="0"/>
          <c:showVal val="1"/>
          <c:showCatName val="0"/>
          <c:showSerName val="0"/>
          <c:showPercent val="0"/>
          <c:showBubbleSize val="0"/>
        </c:dLbls>
        <c:gapWidth val="206"/>
        <c:overlap val="-90"/>
        <c:axId val="1752506752"/>
        <c:axId val="1752508384"/>
      </c:barChart>
      <c:catAx>
        <c:axId val="175250675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cap="all" spc="120" normalizeH="0" baseline="0">
                <a:solidFill>
                  <a:srgbClr val="04145E"/>
                </a:solidFill>
                <a:latin typeface="Montserrat" pitchFamily="2" charset="77"/>
                <a:ea typeface="+mn-ea"/>
                <a:cs typeface="+mn-cs"/>
              </a:defRPr>
            </a:pPr>
            <a:endParaRPr lang="es-ES"/>
          </a:p>
        </c:txPr>
        <c:crossAx val="1752508384"/>
        <c:crosses val="autoZero"/>
        <c:auto val="1"/>
        <c:lblAlgn val="ctr"/>
        <c:lblOffset val="100"/>
        <c:noMultiLvlLbl val="0"/>
      </c:catAx>
      <c:valAx>
        <c:axId val="1752508384"/>
        <c:scaling>
          <c:orientation val="minMax"/>
        </c:scaling>
        <c:delete val="1"/>
        <c:axPos val="l"/>
        <c:numFmt formatCode="#,##0" sourceLinked="1"/>
        <c:majorTickMark val="none"/>
        <c:minorTickMark val="none"/>
        <c:tickLblPos val="nextTo"/>
        <c:crossAx val="17525067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[Ocupacion2.xlsx]Sheet1!$B$21</c:f>
              <c:strCache>
                <c:ptCount val="1"/>
                <c:pt idx="0">
                  <c:v>Hoteles</c:v>
                </c:pt>
              </c:strCache>
            </c:strRef>
          </c:tx>
          <c:spPr>
            <a:ln w="25400" cap="rnd">
              <a:solidFill>
                <a:srgbClr val="27649F"/>
              </a:solidFill>
              <a:prstDash val="sysDot"/>
              <a:round/>
            </a:ln>
            <a:effectLst/>
          </c:spPr>
          <c:marker>
            <c:symbol val="circle"/>
            <c:size val="4"/>
            <c:spPr>
              <a:solidFill>
                <a:srgbClr val="27649F"/>
              </a:solidFill>
              <a:ln w="9525">
                <a:solidFill>
                  <a:srgbClr val="27649F"/>
                </a:solidFill>
              </a:ln>
              <a:effectLst/>
            </c:spPr>
          </c:marker>
          <c:cat>
            <c:strRef>
              <c:f>[Ocupacion2.xlsx]Sheet1!$A$22:$A$33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[Ocupacion2.xlsx]Sheet1!$B$22:$B$33</c:f>
              <c:numCache>
                <c:formatCode>0%</c:formatCode>
                <c:ptCount val="12"/>
                <c:pt idx="0">
                  <c:v>0.33</c:v>
                </c:pt>
                <c:pt idx="1">
                  <c:v>0</c:v>
                </c:pt>
                <c:pt idx="2">
                  <c:v>0.24</c:v>
                </c:pt>
                <c:pt idx="3">
                  <c:v>0.52</c:v>
                </c:pt>
                <c:pt idx="4">
                  <c:v>0.56999999999999995</c:v>
                </c:pt>
                <c:pt idx="5">
                  <c:v>0.47</c:v>
                </c:pt>
                <c:pt idx="6">
                  <c:v>0.67</c:v>
                </c:pt>
                <c:pt idx="7">
                  <c:v>0.01</c:v>
                </c:pt>
                <c:pt idx="8">
                  <c:v>0</c:v>
                </c:pt>
                <c:pt idx="9">
                  <c:v>0</c:v>
                </c:pt>
                <c:pt idx="10">
                  <c:v>0</c:v>
                </c:pt>
                <c:pt idx="11">
                  <c:v>0</c:v>
                </c:pt>
              </c:numCache>
            </c:numRef>
          </c:val>
          <c:smooth val="0"/>
          <c:extLst>
            <c:ext xmlns:c16="http://schemas.microsoft.com/office/drawing/2014/chart" uri="{C3380CC4-5D6E-409C-BE32-E72D297353CC}">
              <c16:uniqueId val="{00000000-3E2C-40CD-9B72-FEB0B2337E11}"/>
            </c:ext>
          </c:extLst>
        </c:ser>
        <c:ser>
          <c:idx val="1"/>
          <c:order val="1"/>
          <c:tx>
            <c:strRef>
              <c:f>[Ocupacion2.xlsx]Sheet1!$C$21</c:f>
              <c:strCache>
                <c:ptCount val="1"/>
                <c:pt idx="0">
                  <c:v>Alojamiento rural</c:v>
                </c:pt>
              </c:strCache>
            </c:strRef>
          </c:tx>
          <c:spPr>
            <a:ln w="25400" cap="rnd">
              <a:solidFill>
                <a:srgbClr val="04A2B6"/>
              </a:solidFill>
              <a:prstDash val="sysDot"/>
              <a:round/>
            </a:ln>
            <a:effectLst/>
          </c:spPr>
          <c:marker>
            <c:symbol val="circle"/>
            <c:size val="4"/>
            <c:spPr>
              <a:solidFill>
                <a:srgbClr val="04A2B6"/>
              </a:solidFill>
              <a:ln w="9525">
                <a:solidFill>
                  <a:srgbClr val="04A2B6"/>
                </a:solidFill>
              </a:ln>
              <a:effectLst/>
            </c:spPr>
          </c:marker>
          <c:cat>
            <c:strRef>
              <c:f>[Ocupacion2.xlsx]Sheet1!$A$22:$A$33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[Ocupacion2.xlsx]Sheet1!$C$22:$C$33</c:f>
              <c:numCache>
                <c:formatCode>0%</c:formatCode>
                <c:ptCount val="12"/>
                <c:pt idx="0">
                  <c:v>0.16</c:v>
                </c:pt>
                <c:pt idx="1">
                  <c:v>0</c:v>
                </c:pt>
                <c:pt idx="2">
                  <c:v>0.11</c:v>
                </c:pt>
                <c:pt idx="3">
                  <c:v>0.04</c:v>
                </c:pt>
                <c:pt idx="4">
                  <c:v>0.17</c:v>
                </c:pt>
                <c:pt idx="5">
                  <c:v>0.16</c:v>
                </c:pt>
                <c:pt idx="6">
                  <c:v>0.35</c:v>
                </c:pt>
                <c:pt idx="7">
                  <c:v>0.68</c:v>
                </c:pt>
                <c:pt idx="8">
                  <c:v>0.42</c:v>
                </c:pt>
                <c:pt idx="9">
                  <c:v>0.1</c:v>
                </c:pt>
                <c:pt idx="10">
                  <c:v>0.16</c:v>
                </c:pt>
                <c:pt idx="11">
                  <c:v>0</c:v>
                </c:pt>
              </c:numCache>
            </c:numRef>
          </c:val>
          <c:smooth val="0"/>
          <c:extLst>
            <c:ext xmlns:c16="http://schemas.microsoft.com/office/drawing/2014/chart" uri="{C3380CC4-5D6E-409C-BE32-E72D297353CC}">
              <c16:uniqueId val="{00000001-3E2C-40CD-9B72-FEB0B2337E11}"/>
            </c:ext>
          </c:extLst>
        </c:ser>
        <c:ser>
          <c:idx val="2"/>
          <c:order val="2"/>
          <c:tx>
            <c:strRef>
              <c:f>[Ocupacion2.xlsx]Sheet1!$D$21</c:f>
              <c:strCache>
                <c:ptCount val="1"/>
                <c:pt idx="0">
                  <c:v>Chalets y villas</c:v>
                </c:pt>
              </c:strCache>
            </c:strRef>
          </c:tx>
          <c:spPr>
            <a:ln w="25400" cap="rnd">
              <a:solidFill>
                <a:srgbClr val="95C21E"/>
              </a:solidFill>
              <a:prstDash val="sysDot"/>
              <a:round/>
            </a:ln>
            <a:effectLst/>
          </c:spPr>
          <c:marker>
            <c:symbol val="circle"/>
            <c:size val="4"/>
            <c:spPr>
              <a:solidFill>
                <a:srgbClr val="95C21E"/>
              </a:solidFill>
              <a:ln w="9525">
                <a:solidFill>
                  <a:srgbClr val="95C21E"/>
                </a:solidFill>
              </a:ln>
              <a:effectLst/>
            </c:spPr>
          </c:marker>
          <c:cat>
            <c:strRef>
              <c:f>[Ocupacion2.xlsx]Sheet1!$A$22:$A$33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[Ocupacion2.xlsx]Sheet1!$D$22:$D$33</c:f>
              <c:numCache>
                <c:formatCode>0%</c:formatCode>
                <c:ptCount val="12"/>
                <c:pt idx="0">
                  <c:v>0.2</c:v>
                </c:pt>
                <c:pt idx="1">
                  <c:v>0.22</c:v>
                </c:pt>
                <c:pt idx="2">
                  <c:v>0.37</c:v>
                </c:pt>
                <c:pt idx="3">
                  <c:v>0.32</c:v>
                </c:pt>
                <c:pt idx="4">
                  <c:v>0.27</c:v>
                </c:pt>
                <c:pt idx="5">
                  <c:v>0.45</c:v>
                </c:pt>
                <c:pt idx="6">
                  <c:v>0.73</c:v>
                </c:pt>
                <c:pt idx="7">
                  <c:v>0.86</c:v>
                </c:pt>
                <c:pt idx="8">
                  <c:v>0.55000000000000004</c:v>
                </c:pt>
                <c:pt idx="9">
                  <c:v>0.37</c:v>
                </c:pt>
                <c:pt idx="10">
                  <c:v>0.23</c:v>
                </c:pt>
                <c:pt idx="11">
                  <c:v>0.2</c:v>
                </c:pt>
              </c:numCache>
            </c:numRef>
          </c:val>
          <c:smooth val="0"/>
          <c:extLst>
            <c:ext xmlns:c16="http://schemas.microsoft.com/office/drawing/2014/chart" uri="{C3380CC4-5D6E-409C-BE32-E72D297353CC}">
              <c16:uniqueId val="{00000002-3E2C-40CD-9B72-FEB0B2337E11}"/>
            </c:ext>
          </c:extLst>
        </c:ser>
        <c:ser>
          <c:idx val="3"/>
          <c:order val="3"/>
          <c:tx>
            <c:strRef>
              <c:f>[Ocupacion2.xlsx]Sheet1!$E$21</c:f>
              <c:strCache>
                <c:ptCount val="1"/>
                <c:pt idx="0">
                  <c:v>VUT</c:v>
                </c:pt>
              </c:strCache>
            </c:strRef>
          </c:tx>
          <c:spPr>
            <a:ln w="25400" cap="rnd">
              <a:solidFill>
                <a:srgbClr val="71CFA9"/>
              </a:solidFill>
              <a:prstDash val="sysDot"/>
              <a:round/>
            </a:ln>
            <a:effectLst/>
          </c:spPr>
          <c:marker>
            <c:symbol val="circle"/>
            <c:size val="4"/>
            <c:spPr>
              <a:solidFill>
                <a:srgbClr val="71CFA9"/>
              </a:solidFill>
              <a:ln w="9525">
                <a:solidFill>
                  <a:srgbClr val="71CFA9"/>
                </a:solidFill>
              </a:ln>
              <a:effectLst/>
            </c:spPr>
          </c:marker>
          <c:cat>
            <c:strRef>
              <c:f>[Ocupacion2.xlsx]Sheet1!$A$22:$A$33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[Ocupacion2.xlsx]Sheet1!$E$22:$E$33</c:f>
              <c:numCache>
                <c:formatCode>0%</c:formatCode>
                <c:ptCount val="12"/>
                <c:pt idx="0">
                  <c:v>0.22</c:v>
                </c:pt>
                <c:pt idx="1">
                  <c:v>0.3</c:v>
                </c:pt>
                <c:pt idx="2">
                  <c:v>0.37</c:v>
                </c:pt>
                <c:pt idx="3">
                  <c:v>0.69</c:v>
                </c:pt>
                <c:pt idx="4">
                  <c:v>0.52</c:v>
                </c:pt>
                <c:pt idx="5">
                  <c:v>0.8</c:v>
                </c:pt>
                <c:pt idx="6">
                  <c:v>0.78</c:v>
                </c:pt>
                <c:pt idx="7">
                  <c:v>0.8</c:v>
                </c:pt>
                <c:pt idx="8">
                  <c:v>0.6</c:v>
                </c:pt>
                <c:pt idx="9">
                  <c:v>0.2</c:v>
                </c:pt>
                <c:pt idx="10">
                  <c:v>0</c:v>
                </c:pt>
                <c:pt idx="11">
                  <c:v>0.1</c:v>
                </c:pt>
              </c:numCache>
            </c:numRef>
          </c:val>
          <c:smooth val="0"/>
          <c:extLst>
            <c:ext xmlns:c16="http://schemas.microsoft.com/office/drawing/2014/chart" uri="{C3380CC4-5D6E-409C-BE32-E72D297353CC}">
              <c16:uniqueId val="{00000003-3E2C-40CD-9B72-FEB0B2337E11}"/>
            </c:ext>
          </c:extLst>
        </c:ser>
        <c:dLbls>
          <c:showLegendKey val="0"/>
          <c:showVal val="0"/>
          <c:showCatName val="0"/>
          <c:showSerName val="0"/>
          <c:showPercent val="0"/>
          <c:showBubbleSize val="0"/>
        </c:dLbls>
        <c:marker val="1"/>
        <c:smooth val="0"/>
        <c:axId val="143654207"/>
        <c:axId val="143654687"/>
      </c:lineChart>
      <c:catAx>
        <c:axId val="14365420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ontserrat SemiBold" pitchFamily="2" charset="0"/>
                <a:ea typeface="+mn-ea"/>
                <a:cs typeface="+mn-cs"/>
              </a:defRPr>
            </a:pPr>
            <a:endParaRPr lang="es-ES"/>
          </a:p>
        </c:txPr>
        <c:crossAx val="143654687"/>
        <c:crosses val="autoZero"/>
        <c:auto val="1"/>
        <c:lblAlgn val="ctr"/>
        <c:lblOffset val="100"/>
        <c:noMultiLvlLbl val="0"/>
      </c:catAx>
      <c:valAx>
        <c:axId val="143654687"/>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lumMod val="65000"/>
                  </a:schemeClr>
                </a:solidFill>
                <a:latin typeface="Montserrat" pitchFamily="2" charset="0"/>
                <a:ea typeface="+mn-ea"/>
                <a:cs typeface="+mn-cs"/>
              </a:defRPr>
            </a:pPr>
            <a:endParaRPr lang="es-ES"/>
          </a:p>
        </c:txPr>
        <c:crossAx val="143654207"/>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ontserrat" pitchFamily="2" charset="0"/>
              <a:ea typeface="+mn-ea"/>
              <a:cs typeface="+mn-cs"/>
            </a:defRPr>
          </a:pPr>
          <a:endParaRPr lang="es-ES"/>
        </a:p>
      </c:txPr>
    </c:legend>
    <c:plotVisOnly val="1"/>
    <c:dispBlanksAs val="gap"/>
    <c:showDLblsOverMax val="0"/>
  </c:chart>
  <c:spPr>
    <a:noFill/>
    <a:ln>
      <a:noFill/>
    </a:ln>
    <a:effectLst/>
  </c:spPr>
  <c:txPr>
    <a:bodyPr/>
    <a:lstStyle/>
    <a:p>
      <a:pPr>
        <a:defRPr>
          <a:latin typeface="Montserrat" pitchFamily="2" charset="0"/>
        </a:defRPr>
      </a:pPr>
      <a:endParaRPr lang="es-E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pivotSource>
    <c:name>[Libro1]Porcentaje de ocupación según t!TablaDinámica4</c:name>
    <c:fmtId val="3"/>
  </c:pivotSource>
  <c:chart>
    <c:autoTitleDeleted val="1"/>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9.9303028952716754E-2"/>
          <c:y val="0.18058646899636333"/>
          <c:w val="0.86914191701559129"/>
          <c:h val="0.74309449985047382"/>
        </c:manualLayout>
      </c:layout>
      <c:lineChart>
        <c:grouping val="standard"/>
        <c:varyColors val="0"/>
        <c:ser>
          <c:idx val="0"/>
          <c:order val="0"/>
          <c:tx>
            <c:strRef>
              <c:f>'Porcentaje de ocupación según t'!$C$57</c:f>
              <c:strCache>
                <c:ptCount val="1"/>
                <c:pt idx="0">
                  <c:v>Hoteles </c:v>
                </c:pt>
              </c:strCache>
            </c:strRef>
          </c:tx>
          <c:spPr>
            <a:ln w="25400" cap="rnd">
              <a:solidFill>
                <a:srgbClr val="27649F"/>
              </a:solidFill>
              <a:prstDash val="sysDot"/>
              <a:round/>
            </a:ln>
            <a:effectLst/>
          </c:spPr>
          <c:marker>
            <c:symbol val="circle"/>
            <c:size val="4"/>
            <c:spPr>
              <a:solidFill>
                <a:srgbClr val="27649F"/>
              </a:solidFill>
              <a:ln w="9525">
                <a:solidFill>
                  <a:srgbClr val="27649F"/>
                </a:solidFill>
              </a:ln>
              <a:effectLst/>
            </c:spPr>
          </c:marker>
          <c:cat>
            <c:strRef>
              <c:f>'Porcentaje de ocupación según t'!$B$58:$B$62</c:f>
              <c:strCache>
                <c:ptCount val="4"/>
                <c:pt idx="0">
                  <c:v>Invierno</c:v>
                </c:pt>
                <c:pt idx="1">
                  <c:v>Otoño</c:v>
                </c:pt>
                <c:pt idx="2">
                  <c:v>Primavera </c:v>
                </c:pt>
                <c:pt idx="3">
                  <c:v>Verano</c:v>
                </c:pt>
              </c:strCache>
            </c:strRef>
          </c:cat>
          <c:val>
            <c:numRef>
              <c:f>'Porcentaje de ocupación según t'!$C$58:$C$62</c:f>
              <c:numCache>
                <c:formatCode>0.00%</c:formatCode>
                <c:ptCount val="4"/>
                <c:pt idx="0">
                  <c:v>0.16500000000000001</c:v>
                </c:pt>
                <c:pt idx="1">
                  <c:v>0</c:v>
                </c:pt>
                <c:pt idx="2">
                  <c:v>0.44333333333333336</c:v>
                </c:pt>
                <c:pt idx="3">
                  <c:v>0.28750000000000003</c:v>
                </c:pt>
              </c:numCache>
            </c:numRef>
          </c:val>
          <c:smooth val="0"/>
          <c:extLst>
            <c:ext xmlns:c16="http://schemas.microsoft.com/office/drawing/2014/chart" uri="{C3380CC4-5D6E-409C-BE32-E72D297353CC}">
              <c16:uniqueId val="{00000000-2089-4621-A6FB-44FA08AD07F9}"/>
            </c:ext>
          </c:extLst>
        </c:ser>
        <c:ser>
          <c:idx val="1"/>
          <c:order val="1"/>
          <c:tx>
            <c:strRef>
              <c:f>'Porcentaje de ocupación según t'!$D$57</c:f>
              <c:strCache>
                <c:ptCount val="1"/>
                <c:pt idx="0">
                  <c:v>Alojamiento Rural</c:v>
                </c:pt>
              </c:strCache>
            </c:strRef>
          </c:tx>
          <c:spPr>
            <a:ln w="25400" cap="rnd">
              <a:solidFill>
                <a:srgbClr val="04A2B6"/>
              </a:solidFill>
              <a:prstDash val="sysDot"/>
              <a:round/>
            </a:ln>
            <a:effectLst/>
          </c:spPr>
          <c:marker>
            <c:symbol val="circle"/>
            <c:size val="4"/>
            <c:spPr>
              <a:solidFill>
                <a:srgbClr val="04A2B6"/>
              </a:solidFill>
              <a:ln w="9525">
                <a:solidFill>
                  <a:srgbClr val="04A2B6"/>
                </a:solidFill>
              </a:ln>
              <a:effectLst/>
            </c:spPr>
          </c:marker>
          <c:cat>
            <c:strRef>
              <c:f>'Porcentaje de ocupación según t'!$B$58:$B$62</c:f>
              <c:strCache>
                <c:ptCount val="4"/>
                <c:pt idx="0">
                  <c:v>Invierno</c:v>
                </c:pt>
                <c:pt idx="1">
                  <c:v>Otoño</c:v>
                </c:pt>
                <c:pt idx="2">
                  <c:v>Primavera </c:v>
                </c:pt>
                <c:pt idx="3">
                  <c:v>Verano</c:v>
                </c:pt>
              </c:strCache>
            </c:strRef>
          </c:cat>
          <c:val>
            <c:numRef>
              <c:f>'Porcentaje de ocupación según t'!$D$58:$D$62</c:f>
              <c:numCache>
                <c:formatCode>0.00%</c:formatCode>
                <c:ptCount val="4"/>
                <c:pt idx="0">
                  <c:v>0.08</c:v>
                </c:pt>
                <c:pt idx="1">
                  <c:v>8.666666666666667E-2</c:v>
                </c:pt>
                <c:pt idx="2">
                  <c:v>0.10666666666666667</c:v>
                </c:pt>
                <c:pt idx="3">
                  <c:v>0.40249999999999997</c:v>
                </c:pt>
              </c:numCache>
            </c:numRef>
          </c:val>
          <c:smooth val="0"/>
          <c:extLst>
            <c:ext xmlns:c16="http://schemas.microsoft.com/office/drawing/2014/chart" uri="{C3380CC4-5D6E-409C-BE32-E72D297353CC}">
              <c16:uniqueId val="{00000001-2089-4621-A6FB-44FA08AD07F9}"/>
            </c:ext>
          </c:extLst>
        </c:ser>
        <c:ser>
          <c:idx val="2"/>
          <c:order val="2"/>
          <c:tx>
            <c:strRef>
              <c:f>'Porcentaje de ocupación según t'!$E$57</c:f>
              <c:strCache>
                <c:ptCount val="1"/>
                <c:pt idx="0">
                  <c:v>Chalets y Villas </c:v>
                </c:pt>
              </c:strCache>
            </c:strRef>
          </c:tx>
          <c:spPr>
            <a:ln w="25400" cap="rnd">
              <a:solidFill>
                <a:srgbClr val="95C21E"/>
              </a:solidFill>
              <a:prstDash val="sysDot"/>
              <a:round/>
            </a:ln>
            <a:effectLst/>
          </c:spPr>
          <c:marker>
            <c:symbol val="circle"/>
            <c:size val="4"/>
            <c:spPr>
              <a:solidFill>
                <a:srgbClr val="95C21E"/>
              </a:solidFill>
              <a:ln w="9525">
                <a:solidFill>
                  <a:srgbClr val="95C21E"/>
                </a:solidFill>
              </a:ln>
              <a:effectLst/>
            </c:spPr>
          </c:marker>
          <c:cat>
            <c:strRef>
              <c:f>'Porcentaje de ocupación según t'!$B$58:$B$62</c:f>
              <c:strCache>
                <c:ptCount val="4"/>
                <c:pt idx="0">
                  <c:v>Invierno</c:v>
                </c:pt>
                <c:pt idx="1">
                  <c:v>Otoño</c:v>
                </c:pt>
                <c:pt idx="2">
                  <c:v>Primavera </c:v>
                </c:pt>
                <c:pt idx="3">
                  <c:v>Verano</c:v>
                </c:pt>
              </c:strCache>
            </c:strRef>
          </c:cat>
          <c:val>
            <c:numRef>
              <c:f>'Porcentaje de ocupación según t'!$E$58:$E$62</c:f>
              <c:numCache>
                <c:formatCode>0.00%</c:formatCode>
                <c:ptCount val="4"/>
                <c:pt idx="0">
                  <c:v>0.21000000000000002</c:v>
                </c:pt>
                <c:pt idx="1">
                  <c:v>0.26666666666666666</c:v>
                </c:pt>
                <c:pt idx="2">
                  <c:v>0.32</c:v>
                </c:pt>
                <c:pt idx="3">
                  <c:v>0.64749999999999996</c:v>
                </c:pt>
              </c:numCache>
            </c:numRef>
          </c:val>
          <c:smooth val="0"/>
          <c:extLst>
            <c:ext xmlns:c16="http://schemas.microsoft.com/office/drawing/2014/chart" uri="{C3380CC4-5D6E-409C-BE32-E72D297353CC}">
              <c16:uniqueId val="{00000002-2089-4621-A6FB-44FA08AD07F9}"/>
            </c:ext>
          </c:extLst>
        </c:ser>
        <c:ser>
          <c:idx val="3"/>
          <c:order val="3"/>
          <c:tx>
            <c:strRef>
              <c:f>'Porcentaje de ocupación según t'!$F$57</c:f>
              <c:strCache>
                <c:ptCount val="1"/>
                <c:pt idx="0">
                  <c:v>Viviendas Turísticas </c:v>
                </c:pt>
              </c:strCache>
            </c:strRef>
          </c:tx>
          <c:spPr>
            <a:ln w="25400" cap="rnd">
              <a:solidFill>
                <a:srgbClr val="71CFA9"/>
              </a:solidFill>
              <a:prstDash val="sysDot"/>
              <a:round/>
            </a:ln>
            <a:effectLst/>
          </c:spPr>
          <c:marker>
            <c:symbol val="circle"/>
            <c:size val="5"/>
            <c:spPr>
              <a:solidFill>
                <a:srgbClr val="71CFA9"/>
              </a:solidFill>
              <a:ln w="9525">
                <a:solidFill>
                  <a:srgbClr val="71CFA9"/>
                </a:solidFill>
              </a:ln>
              <a:effectLst/>
            </c:spPr>
          </c:marker>
          <c:dPt>
            <c:idx val="0"/>
            <c:marker>
              <c:symbol val="circle"/>
              <c:size val="4"/>
              <c:spPr>
                <a:solidFill>
                  <a:srgbClr val="71CFA9"/>
                </a:solidFill>
                <a:ln w="9525">
                  <a:solidFill>
                    <a:srgbClr val="71CFA9"/>
                  </a:solidFill>
                </a:ln>
                <a:effectLst/>
              </c:spPr>
            </c:marker>
            <c:bubble3D val="0"/>
            <c:extLst>
              <c:ext xmlns:c16="http://schemas.microsoft.com/office/drawing/2014/chart" uri="{C3380CC4-5D6E-409C-BE32-E72D297353CC}">
                <c16:uniqueId val="{00000003-46F6-B54B-AFB5-BD546F3821C5}"/>
              </c:ext>
            </c:extLst>
          </c:dPt>
          <c:dPt>
            <c:idx val="1"/>
            <c:marker>
              <c:symbol val="circle"/>
              <c:size val="4"/>
              <c:spPr>
                <a:solidFill>
                  <a:srgbClr val="71CFA9"/>
                </a:solidFill>
                <a:ln w="9525">
                  <a:solidFill>
                    <a:srgbClr val="71CFA9"/>
                  </a:solidFill>
                </a:ln>
                <a:effectLst/>
              </c:spPr>
            </c:marker>
            <c:bubble3D val="0"/>
            <c:extLst>
              <c:ext xmlns:c16="http://schemas.microsoft.com/office/drawing/2014/chart" uri="{C3380CC4-5D6E-409C-BE32-E72D297353CC}">
                <c16:uniqueId val="{00000002-46F6-B54B-AFB5-BD546F3821C5}"/>
              </c:ext>
            </c:extLst>
          </c:dPt>
          <c:dPt>
            <c:idx val="2"/>
            <c:marker>
              <c:symbol val="circle"/>
              <c:size val="4"/>
              <c:spPr>
                <a:solidFill>
                  <a:srgbClr val="71CFA9"/>
                </a:solidFill>
                <a:ln w="9525">
                  <a:solidFill>
                    <a:srgbClr val="71CFA9"/>
                  </a:solidFill>
                </a:ln>
                <a:effectLst/>
              </c:spPr>
            </c:marker>
            <c:bubble3D val="0"/>
            <c:extLst>
              <c:ext xmlns:c16="http://schemas.microsoft.com/office/drawing/2014/chart" uri="{C3380CC4-5D6E-409C-BE32-E72D297353CC}">
                <c16:uniqueId val="{00000001-46F6-B54B-AFB5-BD546F3821C5}"/>
              </c:ext>
            </c:extLst>
          </c:dPt>
          <c:dPt>
            <c:idx val="3"/>
            <c:marker>
              <c:symbol val="circle"/>
              <c:size val="4"/>
              <c:spPr>
                <a:solidFill>
                  <a:srgbClr val="71CFA9"/>
                </a:solidFill>
                <a:ln w="9525">
                  <a:solidFill>
                    <a:srgbClr val="71CFA9"/>
                  </a:solidFill>
                </a:ln>
                <a:effectLst/>
              </c:spPr>
            </c:marker>
            <c:bubble3D val="0"/>
            <c:extLst>
              <c:ext xmlns:c16="http://schemas.microsoft.com/office/drawing/2014/chart" uri="{C3380CC4-5D6E-409C-BE32-E72D297353CC}">
                <c16:uniqueId val="{00000000-46F6-B54B-AFB5-BD546F3821C5}"/>
              </c:ext>
            </c:extLst>
          </c:dPt>
          <c:cat>
            <c:strRef>
              <c:f>'Porcentaje de ocupación según t'!$B$58:$B$62</c:f>
              <c:strCache>
                <c:ptCount val="4"/>
                <c:pt idx="0">
                  <c:v>Invierno</c:v>
                </c:pt>
                <c:pt idx="1">
                  <c:v>Otoño</c:v>
                </c:pt>
                <c:pt idx="2">
                  <c:v>Primavera </c:v>
                </c:pt>
                <c:pt idx="3">
                  <c:v>Verano</c:v>
                </c:pt>
              </c:strCache>
            </c:strRef>
          </c:cat>
          <c:val>
            <c:numRef>
              <c:f>'Porcentaje de ocupación según t'!$F$58:$F$62</c:f>
              <c:numCache>
                <c:formatCode>0.00%</c:formatCode>
                <c:ptCount val="4"/>
                <c:pt idx="0">
                  <c:v>0.26</c:v>
                </c:pt>
                <c:pt idx="1">
                  <c:v>0.10000000000000002</c:v>
                </c:pt>
                <c:pt idx="2">
                  <c:v>0.52666666666666673</c:v>
                </c:pt>
                <c:pt idx="3">
                  <c:v>0.745</c:v>
                </c:pt>
              </c:numCache>
            </c:numRef>
          </c:val>
          <c:smooth val="0"/>
          <c:extLst>
            <c:ext xmlns:c16="http://schemas.microsoft.com/office/drawing/2014/chart" uri="{C3380CC4-5D6E-409C-BE32-E72D297353CC}">
              <c16:uniqueId val="{00000003-2089-4621-A6FB-44FA08AD07F9}"/>
            </c:ext>
          </c:extLst>
        </c:ser>
        <c:dLbls>
          <c:showLegendKey val="0"/>
          <c:showVal val="0"/>
          <c:showCatName val="0"/>
          <c:showSerName val="0"/>
          <c:showPercent val="0"/>
          <c:showBubbleSize val="0"/>
        </c:dLbls>
        <c:marker val="1"/>
        <c:smooth val="0"/>
        <c:axId val="127302352"/>
        <c:axId val="127304752"/>
      </c:lineChart>
      <c:catAx>
        <c:axId val="1273023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lumMod val="65000"/>
                    <a:lumOff val="35000"/>
                  </a:schemeClr>
                </a:solidFill>
                <a:latin typeface="Montserrat SemiBold" pitchFamily="2" charset="0"/>
                <a:ea typeface="+mn-ea"/>
                <a:cs typeface="+mn-cs"/>
              </a:defRPr>
            </a:pPr>
            <a:endParaRPr lang="es-ES"/>
          </a:p>
        </c:txPr>
        <c:crossAx val="127304752"/>
        <c:crosses val="autoZero"/>
        <c:auto val="1"/>
        <c:lblAlgn val="ctr"/>
        <c:lblOffset val="100"/>
        <c:noMultiLvlLbl val="0"/>
      </c:catAx>
      <c:valAx>
        <c:axId val="127304752"/>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lumMod val="65000"/>
                  </a:schemeClr>
                </a:solidFill>
                <a:latin typeface="Montserrat" pitchFamily="2" charset="0"/>
                <a:ea typeface="+mn-ea"/>
                <a:cs typeface="+mn-cs"/>
              </a:defRPr>
            </a:pPr>
            <a:endParaRPr lang="es-ES"/>
          </a:p>
        </c:txPr>
        <c:crossAx val="127302352"/>
        <c:crosses val="autoZero"/>
        <c:crossBetween val="between"/>
      </c:valAx>
      <c:spPr>
        <a:noFill/>
        <a:ln>
          <a:noFill/>
        </a:ln>
        <a:effectLst/>
      </c:spPr>
    </c:plotArea>
    <c:legend>
      <c:legendPos val="t"/>
      <c:layout>
        <c:manualLayout>
          <c:xMode val="edge"/>
          <c:yMode val="edge"/>
          <c:x val="3.8980568080713755E-2"/>
          <c:y val="7.2671785592018402E-3"/>
          <c:w val="0.928844080360684"/>
          <c:h val="8.6114148774881383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ontserrat" pitchFamily="2" charset="0"/>
              <a:ea typeface="+mn-ea"/>
              <a:cs typeface="+mn-cs"/>
            </a:defRPr>
          </a:pPr>
          <a:endParaRPr lang="es-E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Montserrat" pitchFamily="2" charset="0"/>
        </a:defRPr>
      </a:pPr>
      <a:endParaRPr lang="es-E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[Prevision_Ocupacion.xlsx]Sheet1!$B$19</c:f>
              <c:strCache>
                <c:ptCount val="1"/>
                <c:pt idx="0">
                  <c:v>Hoteles</c:v>
                </c:pt>
              </c:strCache>
            </c:strRef>
          </c:tx>
          <c:spPr>
            <a:ln w="25400" cap="rnd">
              <a:solidFill>
                <a:srgbClr val="27649F"/>
              </a:solidFill>
              <a:prstDash val="sysDot"/>
              <a:round/>
            </a:ln>
            <a:effectLst/>
          </c:spPr>
          <c:marker>
            <c:symbol val="circle"/>
            <c:size val="4"/>
            <c:spPr>
              <a:solidFill>
                <a:srgbClr val="27649F"/>
              </a:solidFill>
              <a:ln w="9525">
                <a:solidFill>
                  <a:srgbClr val="27649F"/>
                </a:solidFill>
              </a:ln>
              <a:effectLst/>
            </c:spPr>
          </c:marker>
          <c:cat>
            <c:strRef>
              <c:f>[Prevision_Ocupacion.xlsx]Sheet1!$A$20:$A$31</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[Prevision_Ocupacion.xlsx]Sheet1!$B$20:$B$31</c:f>
              <c:numCache>
                <c:formatCode>0%</c:formatCode>
                <c:ptCount val="12"/>
                <c:pt idx="0">
                  <c:v>0.14000000000000001</c:v>
                </c:pt>
                <c:pt idx="1">
                  <c:v>0.48</c:v>
                </c:pt>
                <c:pt idx="2">
                  <c:v>0</c:v>
                </c:pt>
                <c:pt idx="3">
                  <c:v>0.3</c:v>
                </c:pt>
                <c:pt idx="4">
                  <c:v>0.56999999999999995</c:v>
                </c:pt>
                <c:pt idx="5">
                  <c:v>0.64</c:v>
                </c:pt>
                <c:pt idx="6">
                  <c:v>0.54</c:v>
                </c:pt>
                <c:pt idx="7">
                  <c:v>0.85</c:v>
                </c:pt>
                <c:pt idx="8">
                  <c:v>0.8</c:v>
                </c:pt>
                <c:pt idx="9">
                  <c:v>0</c:v>
                </c:pt>
                <c:pt idx="10">
                  <c:v>0</c:v>
                </c:pt>
                <c:pt idx="11">
                  <c:v>0</c:v>
                </c:pt>
              </c:numCache>
            </c:numRef>
          </c:val>
          <c:smooth val="0"/>
          <c:extLst>
            <c:ext xmlns:c16="http://schemas.microsoft.com/office/drawing/2014/chart" uri="{C3380CC4-5D6E-409C-BE32-E72D297353CC}">
              <c16:uniqueId val="{00000000-D083-4537-A18E-85889E4D83FD}"/>
            </c:ext>
          </c:extLst>
        </c:ser>
        <c:ser>
          <c:idx val="1"/>
          <c:order val="1"/>
          <c:tx>
            <c:strRef>
              <c:f>[Prevision_Ocupacion.xlsx]Sheet1!$C$19</c:f>
              <c:strCache>
                <c:ptCount val="1"/>
                <c:pt idx="0">
                  <c:v>Alojamiento rural</c:v>
                </c:pt>
              </c:strCache>
            </c:strRef>
          </c:tx>
          <c:spPr>
            <a:ln w="25400" cap="rnd">
              <a:solidFill>
                <a:srgbClr val="04A2B6"/>
              </a:solidFill>
              <a:prstDash val="sysDot"/>
              <a:round/>
            </a:ln>
            <a:effectLst/>
          </c:spPr>
          <c:marker>
            <c:symbol val="circle"/>
            <c:size val="4"/>
            <c:spPr>
              <a:solidFill>
                <a:srgbClr val="04A2B6"/>
              </a:solidFill>
              <a:ln w="9525">
                <a:solidFill>
                  <a:srgbClr val="04A2B6"/>
                </a:solidFill>
              </a:ln>
              <a:effectLst/>
            </c:spPr>
          </c:marker>
          <c:cat>
            <c:strRef>
              <c:f>[Prevision_Ocupacion.xlsx]Sheet1!$A$20:$A$31</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[Prevision_Ocupacion.xlsx]Sheet1!$C$20:$C$31</c:f>
              <c:numCache>
                <c:formatCode>0%</c:formatCode>
                <c:ptCount val="12"/>
                <c:pt idx="0">
                  <c:v>0.1</c:v>
                </c:pt>
                <c:pt idx="1">
                  <c:v>0</c:v>
                </c:pt>
                <c:pt idx="2">
                  <c:v>0.16</c:v>
                </c:pt>
                <c:pt idx="3">
                  <c:v>0.03</c:v>
                </c:pt>
                <c:pt idx="4">
                  <c:v>0.15</c:v>
                </c:pt>
                <c:pt idx="5">
                  <c:v>0.24</c:v>
                </c:pt>
                <c:pt idx="6">
                  <c:v>0.55000000000000004</c:v>
                </c:pt>
                <c:pt idx="7">
                  <c:v>0.42</c:v>
                </c:pt>
                <c:pt idx="8">
                  <c:v>0.6</c:v>
                </c:pt>
                <c:pt idx="9">
                  <c:v>0.4</c:v>
                </c:pt>
                <c:pt idx="10">
                  <c:v>0.1</c:v>
                </c:pt>
                <c:pt idx="11">
                  <c:v>0</c:v>
                </c:pt>
              </c:numCache>
            </c:numRef>
          </c:val>
          <c:smooth val="0"/>
          <c:extLst>
            <c:ext xmlns:c16="http://schemas.microsoft.com/office/drawing/2014/chart" uri="{C3380CC4-5D6E-409C-BE32-E72D297353CC}">
              <c16:uniqueId val="{00000001-D083-4537-A18E-85889E4D83FD}"/>
            </c:ext>
          </c:extLst>
        </c:ser>
        <c:ser>
          <c:idx val="2"/>
          <c:order val="2"/>
          <c:tx>
            <c:strRef>
              <c:f>[Prevision_Ocupacion.xlsx]Sheet1!$D$19</c:f>
              <c:strCache>
                <c:ptCount val="1"/>
                <c:pt idx="0">
                  <c:v>Chalets y villas</c:v>
                </c:pt>
              </c:strCache>
            </c:strRef>
          </c:tx>
          <c:spPr>
            <a:ln w="25400" cap="rnd">
              <a:solidFill>
                <a:srgbClr val="95C21E"/>
              </a:solidFill>
              <a:prstDash val="sysDot"/>
              <a:round/>
            </a:ln>
            <a:effectLst/>
          </c:spPr>
          <c:marker>
            <c:symbol val="circle"/>
            <c:size val="4"/>
            <c:spPr>
              <a:solidFill>
                <a:srgbClr val="95C21E"/>
              </a:solidFill>
              <a:ln w="9525">
                <a:solidFill>
                  <a:srgbClr val="95C21E"/>
                </a:solidFill>
              </a:ln>
              <a:effectLst/>
            </c:spPr>
          </c:marker>
          <c:cat>
            <c:strRef>
              <c:f>[Prevision_Ocupacion.xlsx]Sheet1!$A$20:$A$31</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[Prevision_Ocupacion.xlsx]Sheet1!$D$20:$D$31</c:f>
              <c:numCache>
                <c:formatCode>0%</c:formatCode>
                <c:ptCount val="12"/>
                <c:pt idx="0">
                  <c:v>0.15</c:v>
                </c:pt>
                <c:pt idx="1">
                  <c:v>0.2</c:v>
                </c:pt>
                <c:pt idx="2">
                  <c:v>0.28000000000000003</c:v>
                </c:pt>
                <c:pt idx="3">
                  <c:v>0.35</c:v>
                </c:pt>
                <c:pt idx="4">
                  <c:v>0.4</c:v>
                </c:pt>
                <c:pt idx="5">
                  <c:v>0.43</c:v>
                </c:pt>
                <c:pt idx="6">
                  <c:v>0.61</c:v>
                </c:pt>
                <c:pt idx="7">
                  <c:v>0.81</c:v>
                </c:pt>
                <c:pt idx="8">
                  <c:v>0.45</c:v>
                </c:pt>
                <c:pt idx="9">
                  <c:v>0.37</c:v>
                </c:pt>
                <c:pt idx="10">
                  <c:v>0.38</c:v>
                </c:pt>
                <c:pt idx="11">
                  <c:v>0.18</c:v>
                </c:pt>
              </c:numCache>
            </c:numRef>
          </c:val>
          <c:smooth val="0"/>
          <c:extLst>
            <c:ext xmlns:c16="http://schemas.microsoft.com/office/drawing/2014/chart" uri="{C3380CC4-5D6E-409C-BE32-E72D297353CC}">
              <c16:uniqueId val="{00000002-D083-4537-A18E-85889E4D83FD}"/>
            </c:ext>
          </c:extLst>
        </c:ser>
        <c:ser>
          <c:idx val="3"/>
          <c:order val="3"/>
          <c:tx>
            <c:strRef>
              <c:f>[Prevision_Ocupacion.xlsx]Sheet1!$E$19</c:f>
              <c:strCache>
                <c:ptCount val="1"/>
                <c:pt idx="0">
                  <c:v>VUT</c:v>
                </c:pt>
              </c:strCache>
            </c:strRef>
          </c:tx>
          <c:spPr>
            <a:ln w="25400" cap="rnd">
              <a:solidFill>
                <a:srgbClr val="71CFA9"/>
              </a:solidFill>
              <a:prstDash val="sysDot"/>
              <a:round/>
            </a:ln>
            <a:effectLst/>
          </c:spPr>
          <c:marker>
            <c:symbol val="circle"/>
            <c:size val="4"/>
            <c:spPr>
              <a:solidFill>
                <a:srgbClr val="71CFA9"/>
              </a:solidFill>
              <a:ln w="9525">
                <a:solidFill>
                  <a:srgbClr val="71CFA9"/>
                </a:solidFill>
              </a:ln>
              <a:effectLst/>
            </c:spPr>
          </c:marker>
          <c:cat>
            <c:strRef>
              <c:f>[Prevision_Ocupacion.xlsx]Sheet1!$A$20:$A$31</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[Prevision_Ocupacion.xlsx]Sheet1!$E$20:$E$31</c:f>
              <c:numCache>
                <c:formatCode>0%</c:formatCode>
                <c:ptCount val="12"/>
                <c:pt idx="0">
                  <c:v>0.15</c:v>
                </c:pt>
                <c:pt idx="1">
                  <c:v>0.28000000000000003</c:v>
                </c:pt>
                <c:pt idx="2">
                  <c:v>0.48</c:v>
                </c:pt>
                <c:pt idx="3">
                  <c:v>0.65</c:v>
                </c:pt>
                <c:pt idx="4">
                  <c:v>0.66</c:v>
                </c:pt>
                <c:pt idx="5">
                  <c:v>0.7</c:v>
                </c:pt>
                <c:pt idx="6">
                  <c:v>0.89</c:v>
                </c:pt>
                <c:pt idx="7">
                  <c:v>0.84</c:v>
                </c:pt>
                <c:pt idx="8">
                  <c:v>0.44</c:v>
                </c:pt>
                <c:pt idx="9">
                  <c:v>0.25</c:v>
                </c:pt>
                <c:pt idx="10">
                  <c:v>0.03</c:v>
                </c:pt>
                <c:pt idx="11">
                  <c:v>0</c:v>
                </c:pt>
              </c:numCache>
            </c:numRef>
          </c:val>
          <c:smooth val="0"/>
          <c:extLst>
            <c:ext xmlns:c16="http://schemas.microsoft.com/office/drawing/2014/chart" uri="{C3380CC4-5D6E-409C-BE32-E72D297353CC}">
              <c16:uniqueId val="{00000003-D083-4537-A18E-85889E4D83FD}"/>
            </c:ext>
          </c:extLst>
        </c:ser>
        <c:dLbls>
          <c:showLegendKey val="0"/>
          <c:showVal val="0"/>
          <c:showCatName val="0"/>
          <c:showSerName val="0"/>
          <c:showPercent val="0"/>
          <c:showBubbleSize val="0"/>
        </c:dLbls>
        <c:marker val="1"/>
        <c:smooth val="0"/>
        <c:axId val="1611700800"/>
        <c:axId val="1611704640"/>
      </c:lineChart>
      <c:catAx>
        <c:axId val="16117008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ontserrat" pitchFamily="2" charset="0"/>
                <a:ea typeface="+mn-ea"/>
                <a:cs typeface="+mn-cs"/>
              </a:defRPr>
            </a:pPr>
            <a:endParaRPr lang="es-ES"/>
          </a:p>
        </c:txPr>
        <c:crossAx val="1611704640"/>
        <c:crosses val="autoZero"/>
        <c:auto val="1"/>
        <c:lblAlgn val="ctr"/>
        <c:lblOffset val="100"/>
        <c:noMultiLvlLbl val="0"/>
      </c:catAx>
      <c:valAx>
        <c:axId val="1611704640"/>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lumMod val="65000"/>
                  </a:schemeClr>
                </a:solidFill>
                <a:latin typeface="Montserrat" pitchFamily="2" charset="0"/>
                <a:ea typeface="+mn-ea"/>
                <a:cs typeface="+mn-cs"/>
              </a:defRPr>
            </a:pPr>
            <a:endParaRPr lang="es-ES"/>
          </a:p>
        </c:txPr>
        <c:crossAx val="1611700800"/>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ontserrat" pitchFamily="2" charset="0"/>
              <a:ea typeface="+mn-ea"/>
              <a:cs typeface="+mn-cs"/>
            </a:defRPr>
          </a:pPr>
          <a:endParaRPr lang="es-ES"/>
        </a:p>
      </c:txPr>
    </c:legend>
    <c:plotVisOnly val="1"/>
    <c:dispBlanksAs val="gap"/>
    <c:showDLblsOverMax val="0"/>
  </c:chart>
  <c:spPr>
    <a:noFill/>
    <a:ln>
      <a:noFill/>
    </a:ln>
    <a:effectLst/>
  </c:spPr>
  <c:txPr>
    <a:bodyPr/>
    <a:lstStyle/>
    <a:p>
      <a:pPr>
        <a:defRPr>
          <a:latin typeface="Montserrat" pitchFamily="2" charset="0"/>
        </a:defRPr>
      </a:pPr>
      <a:endParaRPr lang="es-E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8.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13.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1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07A26F-784E-7F42-834D-0E6D7273BEEA}" type="datetimeFigureOut">
              <a:rPr lang="es-ES" smtClean="0"/>
              <a:t>26/02/2026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A88507-070F-6E43-B3F5-F34F7AEA0891}" type="slidenum">
              <a:rPr lang="es-ES" smtClean="0"/>
              <a:t>‹Nº›</a:t>
            </a:fld>
            <a:endParaRPr lang="es-ES"/>
          </a:p>
        </p:txBody>
      </p:sp>
    </p:spTree>
    <p:extLst>
      <p:ext uri="{BB962C8B-B14F-4D97-AF65-F5344CB8AC3E}">
        <p14:creationId xmlns:p14="http://schemas.microsoft.com/office/powerpoint/2010/main" val="19555564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3A88507-070F-6E43-B3F5-F34F7AEA0891}" type="slidenum">
              <a:rPr lang="es-ES" smtClean="0"/>
              <a:t>3</a:t>
            </a:fld>
            <a:endParaRPr lang="es-ES"/>
          </a:p>
        </p:txBody>
      </p:sp>
    </p:spTree>
    <p:extLst>
      <p:ext uri="{BB962C8B-B14F-4D97-AF65-F5344CB8AC3E}">
        <p14:creationId xmlns:p14="http://schemas.microsoft.com/office/powerpoint/2010/main" val="34788871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63A88507-070F-6E43-B3F5-F34F7AEA0891}" type="slidenum">
              <a:rPr lang="es-ES" smtClean="0"/>
              <a:t>20</a:t>
            </a:fld>
            <a:endParaRPr lang="es-ES"/>
          </a:p>
        </p:txBody>
      </p:sp>
    </p:spTree>
    <p:extLst>
      <p:ext uri="{BB962C8B-B14F-4D97-AF65-F5344CB8AC3E}">
        <p14:creationId xmlns:p14="http://schemas.microsoft.com/office/powerpoint/2010/main" val="41749554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63A88507-070F-6E43-B3F5-F34F7AEA0891}" type="slidenum">
              <a:rPr lang="es-ES" smtClean="0"/>
              <a:t>21</a:t>
            </a:fld>
            <a:endParaRPr lang="es-ES"/>
          </a:p>
        </p:txBody>
      </p:sp>
    </p:spTree>
    <p:extLst>
      <p:ext uri="{BB962C8B-B14F-4D97-AF65-F5344CB8AC3E}">
        <p14:creationId xmlns:p14="http://schemas.microsoft.com/office/powerpoint/2010/main" val="12267076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63A88507-070F-6E43-B3F5-F34F7AEA0891}" type="slidenum">
              <a:rPr lang="es-ES" smtClean="0"/>
              <a:t>22</a:t>
            </a:fld>
            <a:endParaRPr lang="es-ES"/>
          </a:p>
        </p:txBody>
      </p:sp>
    </p:spTree>
    <p:extLst>
      <p:ext uri="{BB962C8B-B14F-4D97-AF65-F5344CB8AC3E}">
        <p14:creationId xmlns:p14="http://schemas.microsoft.com/office/powerpoint/2010/main" val="25091856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63A88507-070F-6E43-B3F5-F34F7AEA0891}" type="slidenum">
              <a:rPr lang="es-ES" smtClean="0"/>
              <a:t>23</a:t>
            </a:fld>
            <a:endParaRPr lang="es-ES"/>
          </a:p>
        </p:txBody>
      </p:sp>
    </p:spTree>
    <p:extLst>
      <p:ext uri="{BB962C8B-B14F-4D97-AF65-F5344CB8AC3E}">
        <p14:creationId xmlns:p14="http://schemas.microsoft.com/office/powerpoint/2010/main" val="11464199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A1F00-4197-0446-1D36-C25DCCD1710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5169914-63DA-1FD7-126F-A0BB7B32D2A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AF4E670-53DF-0D94-5E36-95B3571DEB68}"/>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6A2926BC-435A-D4EB-4CBA-2F718050F919}"/>
              </a:ext>
            </a:extLst>
          </p:cNvPr>
          <p:cNvSpPr>
            <a:spLocks noGrp="1"/>
          </p:cNvSpPr>
          <p:nvPr>
            <p:ph type="sldNum" sz="quarter" idx="5"/>
          </p:nvPr>
        </p:nvSpPr>
        <p:spPr/>
        <p:txBody>
          <a:bodyPr/>
          <a:lstStyle/>
          <a:p>
            <a:fld id="{63A88507-070F-6E43-B3F5-F34F7AEA0891}" type="slidenum">
              <a:rPr lang="es-ES" smtClean="0"/>
              <a:t>24</a:t>
            </a:fld>
            <a:endParaRPr lang="es-ES"/>
          </a:p>
        </p:txBody>
      </p:sp>
    </p:spTree>
    <p:extLst>
      <p:ext uri="{BB962C8B-B14F-4D97-AF65-F5344CB8AC3E}">
        <p14:creationId xmlns:p14="http://schemas.microsoft.com/office/powerpoint/2010/main" val="25079232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63A88507-070F-6E43-B3F5-F34F7AEA0891}" type="slidenum">
              <a:rPr lang="es-ES" smtClean="0"/>
              <a:t>25</a:t>
            </a:fld>
            <a:endParaRPr lang="es-ES"/>
          </a:p>
        </p:txBody>
      </p:sp>
    </p:spTree>
    <p:extLst>
      <p:ext uri="{BB962C8B-B14F-4D97-AF65-F5344CB8AC3E}">
        <p14:creationId xmlns:p14="http://schemas.microsoft.com/office/powerpoint/2010/main" val="67461208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sp>
        <p:nvSpPr>
          <p:cNvPr id="20" name="Rectángulo 19">
            <a:extLst>
              <a:ext uri="{FF2B5EF4-FFF2-40B4-BE49-F238E27FC236}">
                <a16:creationId xmlns:a16="http://schemas.microsoft.com/office/drawing/2014/main" id="{E6EFF949-F758-974B-B668-77FD70F28728}"/>
              </a:ext>
            </a:extLst>
          </p:cNvPr>
          <p:cNvSpPr/>
          <p:nvPr userDrawn="1"/>
        </p:nvSpPr>
        <p:spPr>
          <a:xfrm>
            <a:off x="1" y="0"/>
            <a:ext cx="12192000" cy="6858000"/>
          </a:xfrm>
          <a:prstGeom prst="rect">
            <a:avLst/>
          </a:prstGeom>
          <a:gradFill flip="none" rotWithShape="1">
            <a:gsLst>
              <a:gs pos="100000">
                <a:schemeClr val="accent1">
                  <a:lumMod val="5000"/>
                  <a:lumOff val="95000"/>
                  <a:alpha val="0"/>
                </a:schemeClr>
              </a:gs>
              <a:gs pos="0">
                <a:srgbClr val="009AA7">
                  <a:alpha val="4000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21" name="Imagen 20">
            <a:extLst>
              <a:ext uri="{FF2B5EF4-FFF2-40B4-BE49-F238E27FC236}">
                <a16:creationId xmlns:a16="http://schemas.microsoft.com/office/drawing/2014/main" id="{370AE5EE-A9C3-4B4D-A52E-0DCF008F99E9}"/>
              </a:ext>
            </a:extLst>
          </p:cNvPr>
          <p:cNvPicPr>
            <a:picLocks noChangeAspect="1"/>
          </p:cNvPicPr>
          <p:nvPr userDrawn="1"/>
        </p:nvPicPr>
        <p:blipFill rotWithShape="1">
          <a:blip r:embed="rId2"/>
          <a:srcRect r="78571"/>
          <a:stretch/>
        </p:blipFill>
        <p:spPr>
          <a:xfrm>
            <a:off x="0" y="0"/>
            <a:ext cx="2612571" cy="6858000"/>
          </a:xfrm>
          <a:prstGeom prst="rect">
            <a:avLst/>
          </a:prstGeom>
        </p:spPr>
      </p:pic>
      <p:grpSp>
        <p:nvGrpSpPr>
          <p:cNvPr id="15" name="Grupo 14">
            <a:extLst>
              <a:ext uri="{FF2B5EF4-FFF2-40B4-BE49-F238E27FC236}">
                <a16:creationId xmlns:a16="http://schemas.microsoft.com/office/drawing/2014/main" id="{20C6D742-E2A2-0C45-9596-717DC794ECB6}"/>
              </a:ext>
            </a:extLst>
          </p:cNvPr>
          <p:cNvGrpSpPr/>
          <p:nvPr userDrawn="1"/>
        </p:nvGrpSpPr>
        <p:grpSpPr>
          <a:xfrm>
            <a:off x="371142" y="6122731"/>
            <a:ext cx="1930011" cy="255101"/>
            <a:chOff x="371142" y="6122731"/>
            <a:chExt cx="1930011" cy="255101"/>
          </a:xfrm>
        </p:grpSpPr>
        <p:pic>
          <p:nvPicPr>
            <p:cNvPr id="16" name="Imagen 15">
              <a:extLst>
                <a:ext uri="{FF2B5EF4-FFF2-40B4-BE49-F238E27FC236}">
                  <a16:creationId xmlns:a16="http://schemas.microsoft.com/office/drawing/2014/main" id="{0B783E35-9B10-E74D-B342-3D1914A604E0}"/>
                </a:ext>
              </a:extLst>
            </p:cNvPr>
            <p:cNvPicPr>
              <a:picLocks noChangeAspect="1"/>
            </p:cNvPicPr>
            <p:nvPr/>
          </p:nvPicPr>
          <p:blipFill>
            <a:blip r:embed="rId3"/>
            <a:stretch>
              <a:fillRect/>
            </a:stretch>
          </p:blipFill>
          <p:spPr>
            <a:xfrm>
              <a:off x="371142" y="6124135"/>
              <a:ext cx="800069" cy="253697"/>
            </a:xfrm>
            <a:prstGeom prst="rect">
              <a:avLst/>
            </a:prstGeom>
          </p:spPr>
        </p:pic>
        <p:pic>
          <p:nvPicPr>
            <p:cNvPr id="17" name="Gráfico 16">
              <a:extLst>
                <a:ext uri="{FF2B5EF4-FFF2-40B4-BE49-F238E27FC236}">
                  <a16:creationId xmlns:a16="http://schemas.microsoft.com/office/drawing/2014/main" id="{234EA441-67AA-A647-881E-AAAD4CE97CC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51036" y="6122731"/>
              <a:ext cx="950117" cy="254256"/>
            </a:xfrm>
            <a:prstGeom prst="rect">
              <a:avLst/>
            </a:prstGeom>
          </p:spPr>
        </p:pic>
      </p:grpSp>
      <p:sp>
        <p:nvSpPr>
          <p:cNvPr id="18" name="Rectángulo 17">
            <a:extLst>
              <a:ext uri="{FF2B5EF4-FFF2-40B4-BE49-F238E27FC236}">
                <a16:creationId xmlns:a16="http://schemas.microsoft.com/office/drawing/2014/main" id="{328DD2DB-6EB2-E047-A690-19DC5E706481}"/>
              </a:ext>
            </a:extLst>
          </p:cNvPr>
          <p:cNvSpPr/>
          <p:nvPr userDrawn="1"/>
        </p:nvSpPr>
        <p:spPr>
          <a:xfrm>
            <a:off x="3089227" y="430374"/>
            <a:ext cx="6229590" cy="246221"/>
          </a:xfrm>
          <a:prstGeom prst="rect">
            <a:avLst/>
          </a:prstGeom>
        </p:spPr>
        <p:txBody>
          <a:bodyPr wrap="none">
            <a:spAutoFit/>
          </a:bodyPr>
          <a:lstStyle/>
          <a:p>
            <a:r>
              <a:rPr lang="es-ES" sz="1000" b="1" dirty="0">
                <a:solidFill>
                  <a:schemeClr val="bg2">
                    <a:lumMod val="75000"/>
                  </a:schemeClr>
                </a:solidFill>
                <a:latin typeface="Montserrat SemiBold" pitchFamily="2" charset="77"/>
              </a:rPr>
              <a:t>INFORME DE ANÁLISIS DE DATOS | SMART OFFICE DIPUTACIÓ DE VALÈNCIA | ENE – DIC 25</a:t>
            </a:r>
          </a:p>
        </p:txBody>
      </p:sp>
      <p:cxnSp>
        <p:nvCxnSpPr>
          <p:cNvPr id="19" name="Conector recto 18">
            <a:extLst>
              <a:ext uri="{FF2B5EF4-FFF2-40B4-BE49-F238E27FC236}">
                <a16:creationId xmlns:a16="http://schemas.microsoft.com/office/drawing/2014/main" id="{F33B0896-D2A3-FB42-9772-F603F0FF34B7}"/>
              </a:ext>
            </a:extLst>
          </p:cNvPr>
          <p:cNvCxnSpPr>
            <a:cxnSpLocks/>
          </p:cNvCxnSpPr>
          <p:nvPr userDrawn="1"/>
        </p:nvCxnSpPr>
        <p:spPr>
          <a:xfrm>
            <a:off x="3175085" y="692311"/>
            <a:ext cx="8483515" cy="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14116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Diapositiva de título">
    <p:spTree>
      <p:nvGrpSpPr>
        <p:cNvPr id="1" name=""/>
        <p:cNvGrpSpPr/>
        <p:nvPr/>
      </p:nvGrpSpPr>
      <p:grpSpPr>
        <a:xfrm>
          <a:off x="0" y="0"/>
          <a:ext cx="0" cy="0"/>
          <a:chOff x="0" y="0"/>
          <a:chExt cx="0" cy="0"/>
        </a:xfrm>
      </p:grpSpPr>
      <p:pic>
        <p:nvPicPr>
          <p:cNvPr id="21" name="Imagen 20">
            <a:extLst>
              <a:ext uri="{FF2B5EF4-FFF2-40B4-BE49-F238E27FC236}">
                <a16:creationId xmlns:a16="http://schemas.microsoft.com/office/drawing/2014/main" id="{EA7FC328-EDBF-FE4F-A7D1-59696ED5F02B}"/>
              </a:ext>
            </a:extLst>
          </p:cNvPr>
          <p:cNvPicPr>
            <a:picLocks noChangeAspect="1"/>
          </p:cNvPicPr>
          <p:nvPr userDrawn="1"/>
        </p:nvPicPr>
        <p:blipFill rotWithShape="1">
          <a:blip r:embed="rId2"/>
          <a:srcRect l="-2" r="53929"/>
          <a:stretch/>
        </p:blipFill>
        <p:spPr>
          <a:xfrm>
            <a:off x="-1" y="0"/>
            <a:ext cx="5617029" cy="6858000"/>
          </a:xfrm>
          <a:prstGeom prst="rect">
            <a:avLst/>
          </a:prstGeom>
        </p:spPr>
      </p:pic>
      <p:grpSp>
        <p:nvGrpSpPr>
          <p:cNvPr id="15" name="Grupo 14">
            <a:extLst>
              <a:ext uri="{FF2B5EF4-FFF2-40B4-BE49-F238E27FC236}">
                <a16:creationId xmlns:a16="http://schemas.microsoft.com/office/drawing/2014/main" id="{20C6D742-E2A2-0C45-9596-717DC794ECB6}"/>
              </a:ext>
            </a:extLst>
          </p:cNvPr>
          <p:cNvGrpSpPr/>
          <p:nvPr userDrawn="1"/>
        </p:nvGrpSpPr>
        <p:grpSpPr>
          <a:xfrm>
            <a:off x="464926" y="6122731"/>
            <a:ext cx="1930011" cy="255101"/>
            <a:chOff x="371142" y="6122731"/>
            <a:chExt cx="1930011" cy="255101"/>
          </a:xfrm>
        </p:grpSpPr>
        <p:pic>
          <p:nvPicPr>
            <p:cNvPr id="16" name="Imagen 15">
              <a:extLst>
                <a:ext uri="{FF2B5EF4-FFF2-40B4-BE49-F238E27FC236}">
                  <a16:creationId xmlns:a16="http://schemas.microsoft.com/office/drawing/2014/main" id="{0B783E35-9B10-E74D-B342-3D1914A604E0}"/>
                </a:ext>
              </a:extLst>
            </p:cNvPr>
            <p:cNvPicPr>
              <a:picLocks noChangeAspect="1"/>
            </p:cNvPicPr>
            <p:nvPr/>
          </p:nvPicPr>
          <p:blipFill>
            <a:blip r:embed="rId3"/>
            <a:stretch>
              <a:fillRect/>
            </a:stretch>
          </p:blipFill>
          <p:spPr>
            <a:xfrm>
              <a:off x="371142" y="6124135"/>
              <a:ext cx="800069" cy="253697"/>
            </a:xfrm>
            <a:prstGeom prst="rect">
              <a:avLst/>
            </a:prstGeom>
          </p:spPr>
        </p:pic>
        <p:pic>
          <p:nvPicPr>
            <p:cNvPr id="17" name="Gráfico 16">
              <a:extLst>
                <a:ext uri="{FF2B5EF4-FFF2-40B4-BE49-F238E27FC236}">
                  <a16:creationId xmlns:a16="http://schemas.microsoft.com/office/drawing/2014/main" id="{234EA441-67AA-A647-881E-AAAD4CE97CC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51036" y="6122731"/>
              <a:ext cx="950117" cy="254256"/>
            </a:xfrm>
            <a:prstGeom prst="rect">
              <a:avLst/>
            </a:prstGeom>
          </p:spPr>
        </p:pic>
      </p:grpSp>
      <p:sp>
        <p:nvSpPr>
          <p:cNvPr id="18" name="Rectángulo 17">
            <a:extLst>
              <a:ext uri="{FF2B5EF4-FFF2-40B4-BE49-F238E27FC236}">
                <a16:creationId xmlns:a16="http://schemas.microsoft.com/office/drawing/2014/main" id="{328DD2DB-6EB2-E047-A690-19DC5E706481}"/>
              </a:ext>
            </a:extLst>
          </p:cNvPr>
          <p:cNvSpPr/>
          <p:nvPr userDrawn="1"/>
        </p:nvSpPr>
        <p:spPr>
          <a:xfrm>
            <a:off x="5821603" y="378615"/>
            <a:ext cx="6229590" cy="246221"/>
          </a:xfrm>
          <a:prstGeom prst="rect">
            <a:avLst/>
          </a:prstGeom>
        </p:spPr>
        <p:txBody>
          <a:bodyPr wrap="none">
            <a:spAutoFit/>
          </a:bodyPr>
          <a:lstStyle/>
          <a:p>
            <a:r>
              <a:rPr lang="es-ES" sz="1000" b="1" dirty="0">
                <a:solidFill>
                  <a:schemeClr val="bg2">
                    <a:lumMod val="75000"/>
                  </a:schemeClr>
                </a:solidFill>
                <a:latin typeface="Montserrat SemiBold" pitchFamily="2" charset="77"/>
              </a:rPr>
              <a:t>INFORME DE ANÁLISIS DE DATOS | SMART OFFICE DIPUTACIÓ DE VALÈNCIA | ENE – DIC 25</a:t>
            </a:r>
          </a:p>
        </p:txBody>
      </p:sp>
      <p:cxnSp>
        <p:nvCxnSpPr>
          <p:cNvPr id="19" name="Conector recto 18">
            <a:extLst>
              <a:ext uri="{FF2B5EF4-FFF2-40B4-BE49-F238E27FC236}">
                <a16:creationId xmlns:a16="http://schemas.microsoft.com/office/drawing/2014/main" id="{F33B0896-D2A3-FB42-9772-F603F0FF34B7}"/>
              </a:ext>
            </a:extLst>
          </p:cNvPr>
          <p:cNvCxnSpPr>
            <a:cxnSpLocks/>
          </p:cNvCxnSpPr>
          <p:nvPr userDrawn="1"/>
        </p:nvCxnSpPr>
        <p:spPr>
          <a:xfrm>
            <a:off x="6090484" y="692311"/>
            <a:ext cx="5568116" cy="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74562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ítulo y objetos">
    <p:spTree>
      <p:nvGrpSpPr>
        <p:cNvPr id="1" name=""/>
        <p:cNvGrpSpPr/>
        <p:nvPr/>
      </p:nvGrpSpPr>
      <p:grpSpPr>
        <a:xfrm>
          <a:off x="0" y="0"/>
          <a:ext cx="0" cy="0"/>
          <a:chOff x="0" y="0"/>
          <a:chExt cx="0" cy="0"/>
        </a:xfrm>
      </p:grpSpPr>
      <p:pic>
        <p:nvPicPr>
          <p:cNvPr id="22" name="Imagen 21">
            <a:extLst>
              <a:ext uri="{FF2B5EF4-FFF2-40B4-BE49-F238E27FC236}">
                <a16:creationId xmlns:a16="http://schemas.microsoft.com/office/drawing/2014/main" id="{41F36F4C-0F77-CD42-AFF4-DD9470EA70DF}"/>
              </a:ext>
            </a:extLst>
          </p:cNvPr>
          <p:cNvPicPr>
            <a:picLocks noChangeAspect="1"/>
          </p:cNvPicPr>
          <p:nvPr userDrawn="1"/>
        </p:nvPicPr>
        <p:blipFill rotWithShape="1">
          <a:blip r:embed="rId2"/>
          <a:srcRect l="1" r="-3"/>
          <a:stretch/>
        </p:blipFill>
        <p:spPr>
          <a:xfrm>
            <a:off x="0" y="0"/>
            <a:ext cx="12192000" cy="6858000"/>
          </a:xfrm>
          <a:prstGeom prst="rect">
            <a:avLst/>
          </a:prstGeom>
        </p:spPr>
      </p:pic>
      <p:sp>
        <p:nvSpPr>
          <p:cNvPr id="8" name="Rectángulo 7">
            <a:extLst>
              <a:ext uri="{FF2B5EF4-FFF2-40B4-BE49-F238E27FC236}">
                <a16:creationId xmlns:a16="http://schemas.microsoft.com/office/drawing/2014/main" id="{ABB43BDF-C85F-274A-B957-5A95745A7701}"/>
              </a:ext>
            </a:extLst>
          </p:cNvPr>
          <p:cNvSpPr/>
          <p:nvPr userDrawn="1"/>
        </p:nvSpPr>
        <p:spPr>
          <a:xfrm>
            <a:off x="650828" y="430374"/>
            <a:ext cx="6229590" cy="246221"/>
          </a:xfrm>
          <a:prstGeom prst="rect">
            <a:avLst/>
          </a:prstGeom>
        </p:spPr>
        <p:txBody>
          <a:bodyPr wrap="none">
            <a:spAutoFit/>
          </a:bodyPr>
          <a:lstStyle/>
          <a:p>
            <a:r>
              <a:rPr lang="es-ES" sz="1000" b="1" dirty="0">
                <a:solidFill>
                  <a:schemeClr val="bg1"/>
                </a:solidFill>
                <a:latin typeface="Montserrat SemiBold" pitchFamily="2" charset="77"/>
              </a:rPr>
              <a:t>INFORME DE ANÁLISIS DE DATOS | SMART OFFICE DIPUTACIÓ DE VALÈNCIA | ENE – DIC 25</a:t>
            </a:r>
          </a:p>
        </p:txBody>
      </p:sp>
      <p:cxnSp>
        <p:nvCxnSpPr>
          <p:cNvPr id="9" name="Conector recto 8">
            <a:extLst>
              <a:ext uri="{FF2B5EF4-FFF2-40B4-BE49-F238E27FC236}">
                <a16:creationId xmlns:a16="http://schemas.microsoft.com/office/drawing/2014/main" id="{12B20494-2225-4049-B190-6A378E833FE5}"/>
              </a:ext>
            </a:extLst>
          </p:cNvPr>
          <p:cNvCxnSpPr>
            <a:cxnSpLocks/>
          </p:cNvCxnSpPr>
          <p:nvPr userDrawn="1"/>
        </p:nvCxnSpPr>
        <p:spPr>
          <a:xfrm>
            <a:off x="743962" y="692311"/>
            <a:ext cx="1070948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4" name="Grupo 13">
            <a:extLst>
              <a:ext uri="{FF2B5EF4-FFF2-40B4-BE49-F238E27FC236}">
                <a16:creationId xmlns:a16="http://schemas.microsoft.com/office/drawing/2014/main" id="{F6B2B9FE-60BC-5F43-BBD6-BAD9BDFEC1FF}"/>
              </a:ext>
            </a:extLst>
          </p:cNvPr>
          <p:cNvGrpSpPr/>
          <p:nvPr userDrawn="1"/>
        </p:nvGrpSpPr>
        <p:grpSpPr>
          <a:xfrm>
            <a:off x="699388" y="6122731"/>
            <a:ext cx="1930011" cy="255101"/>
            <a:chOff x="371142" y="6122731"/>
            <a:chExt cx="1930011" cy="255101"/>
          </a:xfrm>
        </p:grpSpPr>
        <p:pic>
          <p:nvPicPr>
            <p:cNvPr id="15" name="Imagen 14">
              <a:extLst>
                <a:ext uri="{FF2B5EF4-FFF2-40B4-BE49-F238E27FC236}">
                  <a16:creationId xmlns:a16="http://schemas.microsoft.com/office/drawing/2014/main" id="{9B7DF8F1-164B-1342-9E3F-32457075B08F}"/>
                </a:ext>
              </a:extLst>
            </p:cNvPr>
            <p:cNvPicPr>
              <a:picLocks noChangeAspect="1"/>
            </p:cNvPicPr>
            <p:nvPr/>
          </p:nvPicPr>
          <p:blipFill>
            <a:blip r:embed="rId3"/>
            <a:stretch>
              <a:fillRect/>
            </a:stretch>
          </p:blipFill>
          <p:spPr>
            <a:xfrm>
              <a:off x="371142" y="6124135"/>
              <a:ext cx="800069" cy="253697"/>
            </a:xfrm>
            <a:prstGeom prst="rect">
              <a:avLst/>
            </a:prstGeom>
          </p:spPr>
        </p:pic>
        <p:pic>
          <p:nvPicPr>
            <p:cNvPr id="16" name="Gráfico 15">
              <a:extLst>
                <a:ext uri="{FF2B5EF4-FFF2-40B4-BE49-F238E27FC236}">
                  <a16:creationId xmlns:a16="http://schemas.microsoft.com/office/drawing/2014/main" id="{82FAD779-EB8A-DC4B-A859-3749A6F409B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51036" y="6122731"/>
              <a:ext cx="950117" cy="254256"/>
            </a:xfrm>
            <a:prstGeom prst="rect">
              <a:avLst/>
            </a:prstGeom>
          </p:spPr>
        </p:pic>
      </p:grpSp>
    </p:spTree>
    <p:extLst>
      <p:ext uri="{BB962C8B-B14F-4D97-AF65-F5344CB8AC3E}">
        <p14:creationId xmlns:p14="http://schemas.microsoft.com/office/powerpoint/2010/main" val="31756319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F1B0B03-3A96-AA47-96A5-367F5A9FE11A}"/>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E4153541-B962-8049-9C9A-20835E89D82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3055D430-5020-9F46-A754-F18E0D8450D5}"/>
              </a:ext>
            </a:extLst>
          </p:cNvPr>
          <p:cNvSpPr>
            <a:spLocks noGrp="1"/>
          </p:cNvSpPr>
          <p:nvPr>
            <p:ph type="dt" sz="half" idx="10"/>
          </p:nvPr>
        </p:nvSpPr>
        <p:spPr/>
        <p:txBody>
          <a:bodyPr/>
          <a:lstStyle/>
          <a:p>
            <a:fld id="{62A4BB93-E753-1B47-980C-5C2927CF4423}" type="datetimeFigureOut">
              <a:rPr lang="es-ES" smtClean="0"/>
              <a:t>26/02/2026</a:t>
            </a:fld>
            <a:endParaRPr lang="es-ES"/>
          </a:p>
        </p:txBody>
      </p:sp>
      <p:sp>
        <p:nvSpPr>
          <p:cNvPr id="5" name="Marcador de pie de página 4">
            <a:extLst>
              <a:ext uri="{FF2B5EF4-FFF2-40B4-BE49-F238E27FC236}">
                <a16:creationId xmlns:a16="http://schemas.microsoft.com/office/drawing/2014/main" id="{072960E7-5107-4C49-ADA5-CD8E30B4150F}"/>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7DB5BDB9-793F-6149-8D38-40881A8A9DF7}"/>
              </a:ext>
            </a:extLst>
          </p:cNvPr>
          <p:cNvSpPr>
            <a:spLocks noGrp="1"/>
          </p:cNvSpPr>
          <p:nvPr>
            <p:ph type="sldNum" sz="quarter" idx="12"/>
          </p:nvPr>
        </p:nvSpPr>
        <p:spPr/>
        <p:txBody>
          <a:bodyPr/>
          <a:lstStyle/>
          <a:p>
            <a:fld id="{B54F0C0E-6B36-FE41-995F-17DD5FD4E3CF}" type="slidenum">
              <a:rPr lang="es-ES" smtClean="0"/>
              <a:t>‹Nº›</a:t>
            </a:fld>
            <a:endParaRPr lang="es-ES"/>
          </a:p>
        </p:txBody>
      </p:sp>
    </p:spTree>
    <p:extLst>
      <p:ext uri="{BB962C8B-B14F-4D97-AF65-F5344CB8AC3E}">
        <p14:creationId xmlns:p14="http://schemas.microsoft.com/office/powerpoint/2010/main" val="5631376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902E80-DC37-6B46-958B-5536BCE89528}"/>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6E5089E4-58B4-7E4D-A389-499D103027A9}"/>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7473EEF9-E661-CE4F-B898-BFF4B0F7C26B}"/>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ADC9FD7B-E7BC-024E-8E4C-97E35A43E58E}"/>
              </a:ext>
            </a:extLst>
          </p:cNvPr>
          <p:cNvSpPr>
            <a:spLocks noGrp="1"/>
          </p:cNvSpPr>
          <p:nvPr>
            <p:ph type="dt" sz="half" idx="10"/>
          </p:nvPr>
        </p:nvSpPr>
        <p:spPr/>
        <p:txBody>
          <a:bodyPr/>
          <a:lstStyle/>
          <a:p>
            <a:fld id="{62A4BB93-E753-1B47-980C-5C2927CF4423}" type="datetimeFigureOut">
              <a:rPr lang="es-ES" smtClean="0"/>
              <a:t>26/02/2026</a:t>
            </a:fld>
            <a:endParaRPr lang="es-ES"/>
          </a:p>
        </p:txBody>
      </p:sp>
      <p:sp>
        <p:nvSpPr>
          <p:cNvPr id="6" name="Marcador de pie de página 5">
            <a:extLst>
              <a:ext uri="{FF2B5EF4-FFF2-40B4-BE49-F238E27FC236}">
                <a16:creationId xmlns:a16="http://schemas.microsoft.com/office/drawing/2014/main" id="{2018E8A4-F883-FE46-BB08-B7FADDBEA268}"/>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CD6F053D-D9CF-4C4B-90BA-FE303C544133}"/>
              </a:ext>
            </a:extLst>
          </p:cNvPr>
          <p:cNvSpPr>
            <a:spLocks noGrp="1"/>
          </p:cNvSpPr>
          <p:nvPr>
            <p:ph type="sldNum" sz="quarter" idx="12"/>
          </p:nvPr>
        </p:nvSpPr>
        <p:spPr/>
        <p:txBody>
          <a:bodyPr/>
          <a:lstStyle/>
          <a:p>
            <a:fld id="{B54F0C0E-6B36-FE41-995F-17DD5FD4E3CF}" type="slidenum">
              <a:rPr lang="es-ES" smtClean="0"/>
              <a:t>‹Nº›</a:t>
            </a:fld>
            <a:endParaRPr lang="es-ES"/>
          </a:p>
        </p:txBody>
      </p:sp>
    </p:spTree>
    <p:extLst>
      <p:ext uri="{BB962C8B-B14F-4D97-AF65-F5344CB8AC3E}">
        <p14:creationId xmlns:p14="http://schemas.microsoft.com/office/powerpoint/2010/main" val="23253812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5EB26C-9185-D844-A60E-E8C8741A6135}"/>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168E8FC9-A795-0A48-8FC5-DA012865EF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BB8DCBDF-DFD5-A647-8BB5-28EFE9C84710}"/>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3BBDB481-BE36-CF4F-A261-C6214ECA74D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606CE9F1-8E87-2F43-9ACC-F3E29C74837B}"/>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9D359626-EB36-DD41-8F9D-A94C2F0E3851}"/>
              </a:ext>
            </a:extLst>
          </p:cNvPr>
          <p:cNvSpPr>
            <a:spLocks noGrp="1"/>
          </p:cNvSpPr>
          <p:nvPr>
            <p:ph type="dt" sz="half" idx="10"/>
          </p:nvPr>
        </p:nvSpPr>
        <p:spPr/>
        <p:txBody>
          <a:bodyPr/>
          <a:lstStyle/>
          <a:p>
            <a:fld id="{62A4BB93-E753-1B47-980C-5C2927CF4423}" type="datetimeFigureOut">
              <a:rPr lang="es-ES" smtClean="0"/>
              <a:t>26/02/2026</a:t>
            </a:fld>
            <a:endParaRPr lang="es-ES"/>
          </a:p>
        </p:txBody>
      </p:sp>
      <p:sp>
        <p:nvSpPr>
          <p:cNvPr id="8" name="Marcador de pie de página 7">
            <a:extLst>
              <a:ext uri="{FF2B5EF4-FFF2-40B4-BE49-F238E27FC236}">
                <a16:creationId xmlns:a16="http://schemas.microsoft.com/office/drawing/2014/main" id="{A8EBD3DC-8F7C-1B4A-9E96-954C94505208}"/>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9639BFEA-7E1A-5A45-ABC9-B29F559DD790}"/>
              </a:ext>
            </a:extLst>
          </p:cNvPr>
          <p:cNvSpPr>
            <a:spLocks noGrp="1"/>
          </p:cNvSpPr>
          <p:nvPr>
            <p:ph type="sldNum" sz="quarter" idx="12"/>
          </p:nvPr>
        </p:nvSpPr>
        <p:spPr/>
        <p:txBody>
          <a:bodyPr/>
          <a:lstStyle/>
          <a:p>
            <a:fld id="{B54F0C0E-6B36-FE41-995F-17DD5FD4E3CF}" type="slidenum">
              <a:rPr lang="es-ES" smtClean="0"/>
              <a:t>‹Nº›</a:t>
            </a:fld>
            <a:endParaRPr lang="es-ES"/>
          </a:p>
        </p:txBody>
      </p:sp>
    </p:spTree>
    <p:extLst>
      <p:ext uri="{BB962C8B-B14F-4D97-AF65-F5344CB8AC3E}">
        <p14:creationId xmlns:p14="http://schemas.microsoft.com/office/powerpoint/2010/main" val="29568884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8198808-6418-A64B-B456-048963DC551B}"/>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A48FC616-58C0-BE4A-8A6E-52A233FB87F0}"/>
              </a:ext>
            </a:extLst>
          </p:cNvPr>
          <p:cNvSpPr>
            <a:spLocks noGrp="1"/>
          </p:cNvSpPr>
          <p:nvPr>
            <p:ph type="dt" sz="half" idx="10"/>
          </p:nvPr>
        </p:nvSpPr>
        <p:spPr/>
        <p:txBody>
          <a:bodyPr/>
          <a:lstStyle/>
          <a:p>
            <a:fld id="{62A4BB93-E753-1B47-980C-5C2927CF4423}" type="datetimeFigureOut">
              <a:rPr lang="es-ES" smtClean="0"/>
              <a:t>26/02/2026</a:t>
            </a:fld>
            <a:endParaRPr lang="es-ES"/>
          </a:p>
        </p:txBody>
      </p:sp>
      <p:sp>
        <p:nvSpPr>
          <p:cNvPr id="4" name="Marcador de pie de página 3">
            <a:extLst>
              <a:ext uri="{FF2B5EF4-FFF2-40B4-BE49-F238E27FC236}">
                <a16:creationId xmlns:a16="http://schemas.microsoft.com/office/drawing/2014/main" id="{855D42DC-0930-9B48-8220-DA083C263917}"/>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FED36BC8-DF8D-6F46-BA2B-D7FC39E5A535}"/>
              </a:ext>
            </a:extLst>
          </p:cNvPr>
          <p:cNvSpPr>
            <a:spLocks noGrp="1"/>
          </p:cNvSpPr>
          <p:nvPr>
            <p:ph type="sldNum" sz="quarter" idx="12"/>
          </p:nvPr>
        </p:nvSpPr>
        <p:spPr/>
        <p:txBody>
          <a:bodyPr/>
          <a:lstStyle/>
          <a:p>
            <a:fld id="{B54F0C0E-6B36-FE41-995F-17DD5FD4E3CF}" type="slidenum">
              <a:rPr lang="es-ES" smtClean="0"/>
              <a:t>‹Nº›</a:t>
            </a:fld>
            <a:endParaRPr lang="es-ES"/>
          </a:p>
        </p:txBody>
      </p:sp>
    </p:spTree>
    <p:extLst>
      <p:ext uri="{BB962C8B-B14F-4D97-AF65-F5344CB8AC3E}">
        <p14:creationId xmlns:p14="http://schemas.microsoft.com/office/powerpoint/2010/main" val="35933877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69CD30FE-B598-4F43-9F49-D9887D3D8814}"/>
              </a:ext>
            </a:extLst>
          </p:cNvPr>
          <p:cNvSpPr>
            <a:spLocks noGrp="1"/>
          </p:cNvSpPr>
          <p:nvPr>
            <p:ph type="dt" sz="half" idx="10"/>
          </p:nvPr>
        </p:nvSpPr>
        <p:spPr/>
        <p:txBody>
          <a:bodyPr/>
          <a:lstStyle/>
          <a:p>
            <a:fld id="{62A4BB93-E753-1B47-980C-5C2927CF4423}" type="datetimeFigureOut">
              <a:rPr lang="es-ES" smtClean="0"/>
              <a:t>26/02/2026</a:t>
            </a:fld>
            <a:endParaRPr lang="es-ES"/>
          </a:p>
        </p:txBody>
      </p:sp>
      <p:sp>
        <p:nvSpPr>
          <p:cNvPr id="3" name="Marcador de pie de página 2">
            <a:extLst>
              <a:ext uri="{FF2B5EF4-FFF2-40B4-BE49-F238E27FC236}">
                <a16:creationId xmlns:a16="http://schemas.microsoft.com/office/drawing/2014/main" id="{CF7803AC-ACB0-3740-A0CE-DB432E41AEF0}"/>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63D7ECD6-9EAE-E540-A12C-724331C0D0F8}"/>
              </a:ext>
            </a:extLst>
          </p:cNvPr>
          <p:cNvSpPr>
            <a:spLocks noGrp="1"/>
          </p:cNvSpPr>
          <p:nvPr>
            <p:ph type="sldNum" sz="quarter" idx="12"/>
          </p:nvPr>
        </p:nvSpPr>
        <p:spPr/>
        <p:txBody>
          <a:bodyPr/>
          <a:lstStyle/>
          <a:p>
            <a:fld id="{B54F0C0E-6B36-FE41-995F-17DD5FD4E3CF}" type="slidenum">
              <a:rPr lang="es-ES" smtClean="0"/>
              <a:t>‹Nº›</a:t>
            </a:fld>
            <a:endParaRPr lang="es-ES"/>
          </a:p>
        </p:txBody>
      </p:sp>
    </p:spTree>
    <p:extLst>
      <p:ext uri="{BB962C8B-B14F-4D97-AF65-F5344CB8AC3E}">
        <p14:creationId xmlns:p14="http://schemas.microsoft.com/office/powerpoint/2010/main" val="15802537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BB91668-213C-BE4F-B83F-2AF6E3BA0AB7}"/>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84D8A542-AF38-1E4A-96DD-39BB46F34C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D98054C6-7BE0-4941-A80F-AE934AFFFC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ED9E9BE9-8613-FD42-B5EC-0FB5D2D9211B}"/>
              </a:ext>
            </a:extLst>
          </p:cNvPr>
          <p:cNvSpPr>
            <a:spLocks noGrp="1"/>
          </p:cNvSpPr>
          <p:nvPr>
            <p:ph type="dt" sz="half" idx="10"/>
          </p:nvPr>
        </p:nvSpPr>
        <p:spPr/>
        <p:txBody>
          <a:bodyPr/>
          <a:lstStyle/>
          <a:p>
            <a:fld id="{62A4BB93-E753-1B47-980C-5C2927CF4423}" type="datetimeFigureOut">
              <a:rPr lang="es-ES" smtClean="0"/>
              <a:t>26/02/2026</a:t>
            </a:fld>
            <a:endParaRPr lang="es-ES"/>
          </a:p>
        </p:txBody>
      </p:sp>
      <p:sp>
        <p:nvSpPr>
          <p:cNvPr id="6" name="Marcador de pie de página 5">
            <a:extLst>
              <a:ext uri="{FF2B5EF4-FFF2-40B4-BE49-F238E27FC236}">
                <a16:creationId xmlns:a16="http://schemas.microsoft.com/office/drawing/2014/main" id="{7D809AA1-D8C7-674B-82ED-332E39E175E8}"/>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F4E5BE6F-375C-EA4B-B4AE-7ED1D0F0F022}"/>
              </a:ext>
            </a:extLst>
          </p:cNvPr>
          <p:cNvSpPr>
            <a:spLocks noGrp="1"/>
          </p:cNvSpPr>
          <p:nvPr>
            <p:ph type="sldNum" sz="quarter" idx="12"/>
          </p:nvPr>
        </p:nvSpPr>
        <p:spPr/>
        <p:txBody>
          <a:bodyPr/>
          <a:lstStyle/>
          <a:p>
            <a:fld id="{B54F0C0E-6B36-FE41-995F-17DD5FD4E3CF}" type="slidenum">
              <a:rPr lang="es-ES" smtClean="0"/>
              <a:t>‹Nº›</a:t>
            </a:fld>
            <a:endParaRPr lang="es-ES"/>
          </a:p>
        </p:txBody>
      </p:sp>
    </p:spTree>
    <p:extLst>
      <p:ext uri="{BB962C8B-B14F-4D97-AF65-F5344CB8AC3E}">
        <p14:creationId xmlns:p14="http://schemas.microsoft.com/office/powerpoint/2010/main" val="29017286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FABAC5B-59F2-E94A-9E98-618CBB0FA07A}"/>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1275C564-3375-784F-953B-C043A16049C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767E6B11-4EF3-FB49-A277-3CCDF1783E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948D4422-9A64-C84C-ADA2-80E875A3BA42}"/>
              </a:ext>
            </a:extLst>
          </p:cNvPr>
          <p:cNvSpPr>
            <a:spLocks noGrp="1"/>
          </p:cNvSpPr>
          <p:nvPr>
            <p:ph type="dt" sz="half" idx="10"/>
          </p:nvPr>
        </p:nvSpPr>
        <p:spPr/>
        <p:txBody>
          <a:bodyPr/>
          <a:lstStyle/>
          <a:p>
            <a:fld id="{62A4BB93-E753-1B47-980C-5C2927CF4423}" type="datetimeFigureOut">
              <a:rPr lang="es-ES" smtClean="0"/>
              <a:t>26/02/2026</a:t>
            </a:fld>
            <a:endParaRPr lang="es-ES"/>
          </a:p>
        </p:txBody>
      </p:sp>
      <p:sp>
        <p:nvSpPr>
          <p:cNvPr id="6" name="Marcador de pie de página 5">
            <a:extLst>
              <a:ext uri="{FF2B5EF4-FFF2-40B4-BE49-F238E27FC236}">
                <a16:creationId xmlns:a16="http://schemas.microsoft.com/office/drawing/2014/main" id="{64253235-4A3C-DC45-BEF3-388A4DAD7648}"/>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97ED6E7E-393C-3C49-808D-CC4F7AAEBA20}"/>
              </a:ext>
            </a:extLst>
          </p:cNvPr>
          <p:cNvSpPr>
            <a:spLocks noGrp="1"/>
          </p:cNvSpPr>
          <p:nvPr>
            <p:ph type="sldNum" sz="quarter" idx="12"/>
          </p:nvPr>
        </p:nvSpPr>
        <p:spPr/>
        <p:txBody>
          <a:bodyPr/>
          <a:lstStyle/>
          <a:p>
            <a:fld id="{B54F0C0E-6B36-FE41-995F-17DD5FD4E3CF}" type="slidenum">
              <a:rPr lang="es-ES" smtClean="0"/>
              <a:t>‹Nº›</a:t>
            </a:fld>
            <a:endParaRPr lang="es-ES"/>
          </a:p>
        </p:txBody>
      </p:sp>
    </p:spTree>
    <p:extLst>
      <p:ext uri="{BB962C8B-B14F-4D97-AF65-F5344CB8AC3E}">
        <p14:creationId xmlns:p14="http://schemas.microsoft.com/office/powerpoint/2010/main" val="26241393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9E164D2-DE86-9B47-922A-0961D6C98F71}"/>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FF4AA528-67AB-594F-8F49-6D7F282CD7D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9224EE8E-17CC-744E-8AB2-427171929088}"/>
              </a:ext>
            </a:extLst>
          </p:cNvPr>
          <p:cNvSpPr>
            <a:spLocks noGrp="1"/>
          </p:cNvSpPr>
          <p:nvPr>
            <p:ph type="dt" sz="half" idx="10"/>
          </p:nvPr>
        </p:nvSpPr>
        <p:spPr/>
        <p:txBody>
          <a:bodyPr/>
          <a:lstStyle/>
          <a:p>
            <a:fld id="{62A4BB93-E753-1B47-980C-5C2927CF4423}" type="datetimeFigureOut">
              <a:rPr lang="es-ES" smtClean="0"/>
              <a:t>26/02/2026</a:t>
            </a:fld>
            <a:endParaRPr lang="es-ES"/>
          </a:p>
        </p:txBody>
      </p:sp>
      <p:sp>
        <p:nvSpPr>
          <p:cNvPr id="5" name="Marcador de pie de página 4">
            <a:extLst>
              <a:ext uri="{FF2B5EF4-FFF2-40B4-BE49-F238E27FC236}">
                <a16:creationId xmlns:a16="http://schemas.microsoft.com/office/drawing/2014/main" id="{7EEF750D-A8EF-B740-8975-5E85BB3F8C46}"/>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79C788B9-20C3-BF45-88E6-7D8D1BB608D6}"/>
              </a:ext>
            </a:extLst>
          </p:cNvPr>
          <p:cNvSpPr>
            <a:spLocks noGrp="1"/>
          </p:cNvSpPr>
          <p:nvPr>
            <p:ph type="sldNum" sz="quarter" idx="12"/>
          </p:nvPr>
        </p:nvSpPr>
        <p:spPr/>
        <p:txBody>
          <a:bodyPr/>
          <a:lstStyle/>
          <a:p>
            <a:fld id="{B54F0C0E-6B36-FE41-995F-17DD5FD4E3CF}" type="slidenum">
              <a:rPr lang="es-ES" smtClean="0"/>
              <a:t>‹Nº›</a:t>
            </a:fld>
            <a:endParaRPr lang="es-ES"/>
          </a:p>
        </p:txBody>
      </p:sp>
    </p:spTree>
    <p:extLst>
      <p:ext uri="{BB962C8B-B14F-4D97-AF65-F5344CB8AC3E}">
        <p14:creationId xmlns:p14="http://schemas.microsoft.com/office/powerpoint/2010/main" val="1167525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79DDBCDB-A05F-3745-9388-85749F6DFC72}"/>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5E7C68E1-8A15-E343-B37F-03713632CA03}"/>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8EA0C50C-973E-D84F-AE7B-CEDAC8D6FC19}"/>
              </a:ext>
            </a:extLst>
          </p:cNvPr>
          <p:cNvSpPr>
            <a:spLocks noGrp="1"/>
          </p:cNvSpPr>
          <p:nvPr>
            <p:ph type="dt" sz="half" idx="10"/>
          </p:nvPr>
        </p:nvSpPr>
        <p:spPr/>
        <p:txBody>
          <a:bodyPr/>
          <a:lstStyle/>
          <a:p>
            <a:fld id="{62A4BB93-E753-1B47-980C-5C2927CF4423}" type="datetimeFigureOut">
              <a:rPr lang="es-ES" smtClean="0"/>
              <a:t>26/02/2026</a:t>
            </a:fld>
            <a:endParaRPr lang="es-ES"/>
          </a:p>
        </p:txBody>
      </p:sp>
      <p:sp>
        <p:nvSpPr>
          <p:cNvPr id="5" name="Marcador de pie de página 4">
            <a:extLst>
              <a:ext uri="{FF2B5EF4-FFF2-40B4-BE49-F238E27FC236}">
                <a16:creationId xmlns:a16="http://schemas.microsoft.com/office/drawing/2014/main" id="{1F4EFFF4-07DB-4C43-9D59-F865EDD821D4}"/>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02CD5D0D-CAFA-B545-9330-E56BCFF0EF7E}"/>
              </a:ext>
            </a:extLst>
          </p:cNvPr>
          <p:cNvSpPr>
            <a:spLocks noGrp="1"/>
          </p:cNvSpPr>
          <p:nvPr>
            <p:ph type="sldNum" sz="quarter" idx="12"/>
          </p:nvPr>
        </p:nvSpPr>
        <p:spPr/>
        <p:txBody>
          <a:bodyPr/>
          <a:lstStyle/>
          <a:p>
            <a:fld id="{B54F0C0E-6B36-FE41-995F-17DD5FD4E3CF}" type="slidenum">
              <a:rPr lang="es-ES" smtClean="0"/>
              <a:t>‹Nº›</a:t>
            </a:fld>
            <a:endParaRPr lang="es-ES"/>
          </a:p>
        </p:txBody>
      </p:sp>
    </p:spTree>
    <p:extLst>
      <p:ext uri="{BB962C8B-B14F-4D97-AF65-F5344CB8AC3E}">
        <p14:creationId xmlns:p14="http://schemas.microsoft.com/office/powerpoint/2010/main" val="31909137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796904-3761-164A-CB13-E49930F53FBC}"/>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176C1A17-0F07-3F1D-E7FE-8DBAE8AF23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331EAFB1-E85E-B2E9-48C5-6F6DCF8C190A}"/>
              </a:ext>
            </a:extLst>
          </p:cNvPr>
          <p:cNvSpPr>
            <a:spLocks noGrp="1"/>
          </p:cNvSpPr>
          <p:nvPr>
            <p:ph type="dt" sz="half" idx="10"/>
          </p:nvPr>
        </p:nvSpPr>
        <p:spPr/>
        <p:txBody>
          <a:bodyPr/>
          <a:lstStyle/>
          <a:p>
            <a:fld id="{ED0C3AB5-09D1-44F9-A73B-901079EB8B73}" type="datetimeFigureOut">
              <a:rPr lang="es-ES" smtClean="0"/>
              <a:t>26/02/2026</a:t>
            </a:fld>
            <a:endParaRPr lang="es-ES"/>
          </a:p>
        </p:txBody>
      </p:sp>
      <p:sp>
        <p:nvSpPr>
          <p:cNvPr id="5" name="Marcador de pie de página 4">
            <a:extLst>
              <a:ext uri="{FF2B5EF4-FFF2-40B4-BE49-F238E27FC236}">
                <a16:creationId xmlns:a16="http://schemas.microsoft.com/office/drawing/2014/main" id="{4F16C656-E288-C7E1-E7AF-7CD8FBE76464}"/>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BE53D6F6-0299-3894-747C-6CB3AC842F18}"/>
              </a:ext>
            </a:extLst>
          </p:cNvPr>
          <p:cNvSpPr>
            <a:spLocks noGrp="1"/>
          </p:cNvSpPr>
          <p:nvPr>
            <p:ph type="sldNum" sz="quarter" idx="12"/>
          </p:nvPr>
        </p:nvSpPr>
        <p:spPr/>
        <p:txBody>
          <a:bodyPr/>
          <a:lstStyle/>
          <a:p>
            <a:fld id="{778C7DF3-F41E-46B6-99FF-B8924323D118}" type="slidenum">
              <a:rPr lang="es-ES" smtClean="0"/>
              <a:t>‹Nº›</a:t>
            </a:fld>
            <a:endParaRPr lang="es-ES"/>
          </a:p>
        </p:txBody>
      </p:sp>
    </p:spTree>
    <p:extLst>
      <p:ext uri="{BB962C8B-B14F-4D97-AF65-F5344CB8AC3E}">
        <p14:creationId xmlns:p14="http://schemas.microsoft.com/office/powerpoint/2010/main" val="40295412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467A90-90EA-24A6-83E8-A0E436BA4D6C}"/>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9E51677F-484A-7C57-8910-1FC78EB97560}"/>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8DBEDC19-1263-D133-19F9-879E9FBF1223}"/>
              </a:ext>
            </a:extLst>
          </p:cNvPr>
          <p:cNvSpPr>
            <a:spLocks noGrp="1"/>
          </p:cNvSpPr>
          <p:nvPr>
            <p:ph type="dt" sz="half" idx="10"/>
          </p:nvPr>
        </p:nvSpPr>
        <p:spPr/>
        <p:txBody>
          <a:bodyPr/>
          <a:lstStyle/>
          <a:p>
            <a:fld id="{ED0C3AB5-09D1-44F9-A73B-901079EB8B73}" type="datetimeFigureOut">
              <a:rPr lang="es-ES" smtClean="0"/>
              <a:t>26/02/2026</a:t>
            </a:fld>
            <a:endParaRPr lang="es-ES"/>
          </a:p>
        </p:txBody>
      </p:sp>
      <p:sp>
        <p:nvSpPr>
          <p:cNvPr id="5" name="Marcador de pie de página 4">
            <a:extLst>
              <a:ext uri="{FF2B5EF4-FFF2-40B4-BE49-F238E27FC236}">
                <a16:creationId xmlns:a16="http://schemas.microsoft.com/office/drawing/2014/main" id="{08B0D96B-2DCB-5E16-310E-2750DF078CE2}"/>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162A6306-863C-DCE3-B012-B047CA0FA99A}"/>
              </a:ext>
            </a:extLst>
          </p:cNvPr>
          <p:cNvSpPr>
            <a:spLocks noGrp="1"/>
          </p:cNvSpPr>
          <p:nvPr>
            <p:ph type="sldNum" sz="quarter" idx="12"/>
          </p:nvPr>
        </p:nvSpPr>
        <p:spPr/>
        <p:txBody>
          <a:bodyPr/>
          <a:lstStyle/>
          <a:p>
            <a:fld id="{778C7DF3-F41E-46B6-99FF-B8924323D118}" type="slidenum">
              <a:rPr lang="es-ES" smtClean="0"/>
              <a:t>‹Nº›</a:t>
            </a:fld>
            <a:endParaRPr lang="es-ES"/>
          </a:p>
        </p:txBody>
      </p:sp>
    </p:spTree>
    <p:extLst>
      <p:ext uri="{BB962C8B-B14F-4D97-AF65-F5344CB8AC3E}">
        <p14:creationId xmlns:p14="http://schemas.microsoft.com/office/powerpoint/2010/main" val="25581833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2EF9DB-C3DD-0B2C-9B6D-4EB8D2963B2C}"/>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45242A52-D0E5-B1EB-3505-392574AB884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A0014CDF-75DC-98D8-E368-BF79BD7DEB60}"/>
              </a:ext>
            </a:extLst>
          </p:cNvPr>
          <p:cNvSpPr>
            <a:spLocks noGrp="1"/>
          </p:cNvSpPr>
          <p:nvPr>
            <p:ph type="dt" sz="half" idx="10"/>
          </p:nvPr>
        </p:nvSpPr>
        <p:spPr/>
        <p:txBody>
          <a:bodyPr/>
          <a:lstStyle/>
          <a:p>
            <a:fld id="{ED0C3AB5-09D1-44F9-A73B-901079EB8B73}" type="datetimeFigureOut">
              <a:rPr lang="es-ES" smtClean="0"/>
              <a:t>26/02/2026</a:t>
            </a:fld>
            <a:endParaRPr lang="es-ES"/>
          </a:p>
        </p:txBody>
      </p:sp>
      <p:sp>
        <p:nvSpPr>
          <p:cNvPr id="5" name="Marcador de pie de página 4">
            <a:extLst>
              <a:ext uri="{FF2B5EF4-FFF2-40B4-BE49-F238E27FC236}">
                <a16:creationId xmlns:a16="http://schemas.microsoft.com/office/drawing/2014/main" id="{289FC60F-A664-AE9F-9EE4-C65044FF391D}"/>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8863CAD1-7C2F-8EE5-BB93-73159C029080}"/>
              </a:ext>
            </a:extLst>
          </p:cNvPr>
          <p:cNvSpPr>
            <a:spLocks noGrp="1"/>
          </p:cNvSpPr>
          <p:nvPr>
            <p:ph type="sldNum" sz="quarter" idx="12"/>
          </p:nvPr>
        </p:nvSpPr>
        <p:spPr/>
        <p:txBody>
          <a:bodyPr/>
          <a:lstStyle/>
          <a:p>
            <a:fld id="{778C7DF3-F41E-46B6-99FF-B8924323D118}" type="slidenum">
              <a:rPr lang="es-ES" smtClean="0"/>
              <a:t>‹Nº›</a:t>
            </a:fld>
            <a:endParaRPr lang="es-ES"/>
          </a:p>
        </p:txBody>
      </p:sp>
    </p:spTree>
    <p:extLst>
      <p:ext uri="{BB962C8B-B14F-4D97-AF65-F5344CB8AC3E}">
        <p14:creationId xmlns:p14="http://schemas.microsoft.com/office/powerpoint/2010/main" val="32525659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FB51E8-0335-7484-8784-D28233A56304}"/>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AE22E319-D3B2-CE31-72AC-4947E041CBB5}"/>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DA9E43DE-29C2-E6D1-8321-14BE7EB06702}"/>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A68CED10-D4A4-D862-862B-8A0102C0ECDF}"/>
              </a:ext>
            </a:extLst>
          </p:cNvPr>
          <p:cNvSpPr>
            <a:spLocks noGrp="1"/>
          </p:cNvSpPr>
          <p:nvPr>
            <p:ph type="dt" sz="half" idx="10"/>
          </p:nvPr>
        </p:nvSpPr>
        <p:spPr/>
        <p:txBody>
          <a:bodyPr/>
          <a:lstStyle/>
          <a:p>
            <a:fld id="{ED0C3AB5-09D1-44F9-A73B-901079EB8B73}" type="datetimeFigureOut">
              <a:rPr lang="es-ES" smtClean="0"/>
              <a:t>26/02/2026</a:t>
            </a:fld>
            <a:endParaRPr lang="es-ES"/>
          </a:p>
        </p:txBody>
      </p:sp>
      <p:sp>
        <p:nvSpPr>
          <p:cNvPr id="6" name="Marcador de pie de página 5">
            <a:extLst>
              <a:ext uri="{FF2B5EF4-FFF2-40B4-BE49-F238E27FC236}">
                <a16:creationId xmlns:a16="http://schemas.microsoft.com/office/drawing/2014/main" id="{60173BBF-74C0-1475-879A-40A31E55820A}"/>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CB543645-5C62-1ADF-35C4-24B8CACA21E5}"/>
              </a:ext>
            </a:extLst>
          </p:cNvPr>
          <p:cNvSpPr>
            <a:spLocks noGrp="1"/>
          </p:cNvSpPr>
          <p:nvPr>
            <p:ph type="sldNum" sz="quarter" idx="12"/>
          </p:nvPr>
        </p:nvSpPr>
        <p:spPr/>
        <p:txBody>
          <a:bodyPr/>
          <a:lstStyle/>
          <a:p>
            <a:fld id="{778C7DF3-F41E-46B6-99FF-B8924323D118}" type="slidenum">
              <a:rPr lang="es-ES" smtClean="0"/>
              <a:t>‹Nº›</a:t>
            </a:fld>
            <a:endParaRPr lang="es-ES"/>
          </a:p>
        </p:txBody>
      </p:sp>
    </p:spTree>
    <p:extLst>
      <p:ext uri="{BB962C8B-B14F-4D97-AF65-F5344CB8AC3E}">
        <p14:creationId xmlns:p14="http://schemas.microsoft.com/office/powerpoint/2010/main" val="28505518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1CB4CD-DB36-38F5-551B-B24B15CEB4F9}"/>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5061DAFF-061A-2768-5084-26148A6712B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840AE0E2-32CE-6CED-3CA7-B5A61202B9E1}"/>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8236FC0C-DE3E-7F48-9A63-32EDECA007F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2BE2E3D2-DB3E-E48D-E819-4C38BD2B8EFA}"/>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E970E9DC-6207-AB08-6196-8AA7C0E48617}"/>
              </a:ext>
            </a:extLst>
          </p:cNvPr>
          <p:cNvSpPr>
            <a:spLocks noGrp="1"/>
          </p:cNvSpPr>
          <p:nvPr>
            <p:ph type="dt" sz="half" idx="10"/>
          </p:nvPr>
        </p:nvSpPr>
        <p:spPr/>
        <p:txBody>
          <a:bodyPr/>
          <a:lstStyle/>
          <a:p>
            <a:fld id="{ED0C3AB5-09D1-44F9-A73B-901079EB8B73}" type="datetimeFigureOut">
              <a:rPr lang="es-ES" smtClean="0"/>
              <a:t>26/02/2026</a:t>
            </a:fld>
            <a:endParaRPr lang="es-ES"/>
          </a:p>
        </p:txBody>
      </p:sp>
      <p:sp>
        <p:nvSpPr>
          <p:cNvPr id="8" name="Marcador de pie de página 7">
            <a:extLst>
              <a:ext uri="{FF2B5EF4-FFF2-40B4-BE49-F238E27FC236}">
                <a16:creationId xmlns:a16="http://schemas.microsoft.com/office/drawing/2014/main" id="{AEE47B46-A906-039D-DD97-2CDA017A56B3}"/>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A2E3AE35-4E9D-97F5-80BF-29172F592650}"/>
              </a:ext>
            </a:extLst>
          </p:cNvPr>
          <p:cNvSpPr>
            <a:spLocks noGrp="1"/>
          </p:cNvSpPr>
          <p:nvPr>
            <p:ph type="sldNum" sz="quarter" idx="12"/>
          </p:nvPr>
        </p:nvSpPr>
        <p:spPr/>
        <p:txBody>
          <a:bodyPr/>
          <a:lstStyle/>
          <a:p>
            <a:fld id="{778C7DF3-F41E-46B6-99FF-B8924323D118}" type="slidenum">
              <a:rPr lang="es-ES" smtClean="0"/>
              <a:t>‹Nº›</a:t>
            </a:fld>
            <a:endParaRPr lang="es-ES"/>
          </a:p>
        </p:txBody>
      </p:sp>
    </p:spTree>
    <p:extLst>
      <p:ext uri="{BB962C8B-B14F-4D97-AF65-F5344CB8AC3E}">
        <p14:creationId xmlns:p14="http://schemas.microsoft.com/office/powerpoint/2010/main" val="37706814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9ABF35-F0CC-783D-4B10-6F3ADCC4CF38}"/>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61AEAA89-7378-E606-690D-84282CD4EA3C}"/>
              </a:ext>
            </a:extLst>
          </p:cNvPr>
          <p:cNvSpPr>
            <a:spLocks noGrp="1"/>
          </p:cNvSpPr>
          <p:nvPr>
            <p:ph type="dt" sz="half" idx="10"/>
          </p:nvPr>
        </p:nvSpPr>
        <p:spPr/>
        <p:txBody>
          <a:bodyPr/>
          <a:lstStyle/>
          <a:p>
            <a:fld id="{ED0C3AB5-09D1-44F9-A73B-901079EB8B73}" type="datetimeFigureOut">
              <a:rPr lang="es-ES" smtClean="0"/>
              <a:t>26/02/2026</a:t>
            </a:fld>
            <a:endParaRPr lang="es-ES"/>
          </a:p>
        </p:txBody>
      </p:sp>
      <p:sp>
        <p:nvSpPr>
          <p:cNvPr id="4" name="Marcador de pie de página 3">
            <a:extLst>
              <a:ext uri="{FF2B5EF4-FFF2-40B4-BE49-F238E27FC236}">
                <a16:creationId xmlns:a16="http://schemas.microsoft.com/office/drawing/2014/main" id="{6FC9EB78-B4C8-C921-7E98-06A2449DDF1D}"/>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04956437-53FC-04A1-9CA4-CCBAC1407721}"/>
              </a:ext>
            </a:extLst>
          </p:cNvPr>
          <p:cNvSpPr>
            <a:spLocks noGrp="1"/>
          </p:cNvSpPr>
          <p:nvPr>
            <p:ph type="sldNum" sz="quarter" idx="12"/>
          </p:nvPr>
        </p:nvSpPr>
        <p:spPr/>
        <p:txBody>
          <a:bodyPr/>
          <a:lstStyle/>
          <a:p>
            <a:fld id="{778C7DF3-F41E-46B6-99FF-B8924323D118}" type="slidenum">
              <a:rPr lang="es-ES" smtClean="0"/>
              <a:t>‹Nº›</a:t>
            </a:fld>
            <a:endParaRPr lang="es-ES"/>
          </a:p>
        </p:txBody>
      </p:sp>
    </p:spTree>
    <p:extLst>
      <p:ext uri="{BB962C8B-B14F-4D97-AF65-F5344CB8AC3E}">
        <p14:creationId xmlns:p14="http://schemas.microsoft.com/office/powerpoint/2010/main" val="34581221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BA9CFF1C-FB7F-499B-CEF7-BE26FFBE90B9}"/>
              </a:ext>
            </a:extLst>
          </p:cNvPr>
          <p:cNvSpPr>
            <a:spLocks noGrp="1"/>
          </p:cNvSpPr>
          <p:nvPr>
            <p:ph type="dt" sz="half" idx="10"/>
          </p:nvPr>
        </p:nvSpPr>
        <p:spPr/>
        <p:txBody>
          <a:bodyPr/>
          <a:lstStyle/>
          <a:p>
            <a:fld id="{ED0C3AB5-09D1-44F9-A73B-901079EB8B73}" type="datetimeFigureOut">
              <a:rPr lang="es-ES" smtClean="0"/>
              <a:t>26/02/2026</a:t>
            </a:fld>
            <a:endParaRPr lang="es-ES"/>
          </a:p>
        </p:txBody>
      </p:sp>
      <p:sp>
        <p:nvSpPr>
          <p:cNvPr id="3" name="Marcador de pie de página 2">
            <a:extLst>
              <a:ext uri="{FF2B5EF4-FFF2-40B4-BE49-F238E27FC236}">
                <a16:creationId xmlns:a16="http://schemas.microsoft.com/office/drawing/2014/main" id="{4C3ED19F-53EE-6AC8-8F87-6EB4A6A5AD98}"/>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ACAD167E-80D1-E542-3FF0-7A6158BDA6E8}"/>
              </a:ext>
            </a:extLst>
          </p:cNvPr>
          <p:cNvSpPr>
            <a:spLocks noGrp="1"/>
          </p:cNvSpPr>
          <p:nvPr>
            <p:ph type="sldNum" sz="quarter" idx="12"/>
          </p:nvPr>
        </p:nvSpPr>
        <p:spPr/>
        <p:txBody>
          <a:bodyPr/>
          <a:lstStyle/>
          <a:p>
            <a:fld id="{778C7DF3-F41E-46B6-99FF-B8924323D118}" type="slidenum">
              <a:rPr lang="es-ES" smtClean="0"/>
              <a:t>‹Nº›</a:t>
            </a:fld>
            <a:endParaRPr lang="es-ES"/>
          </a:p>
        </p:txBody>
      </p:sp>
    </p:spTree>
    <p:extLst>
      <p:ext uri="{BB962C8B-B14F-4D97-AF65-F5344CB8AC3E}">
        <p14:creationId xmlns:p14="http://schemas.microsoft.com/office/powerpoint/2010/main" val="908178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3F72A4-8530-EA3C-21EE-50DA297AB12F}"/>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B950BE9D-DAFF-1BA7-D48B-346E26FA7EA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979CEC10-9821-0301-F36C-5C6CE37523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9F739328-245C-8696-F875-85EC1CCD9B99}"/>
              </a:ext>
            </a:extLst>
          </p:cNvPr>
          <p:cNvSpPr>
            <a:spLocks noGrp="1"/>
          </p:cNvSpPr>
          <p:nvPr>
            <p:ph type="dt" sz="half" idx="10"/>
          </p:nvPr>
        </p:nvSpPr>
        <p:spPr/>
        <p:txBody>
          <a:bodyPr/>
          <a:lstStyle/>
          <a:p>
            <a:fld id="{ED0C3AB5-09D1-44F9-A73B-901079EB8B73}" type="datetimeFigureOut">
              <a:rPr lang="es-ES" smtClean="0"/>
              <a:t>26/02/2026</a:t>
            </a:fld>
            <a:endParaRPr lang="es-ES"/>
          </a:p>
        </p:txBody>
      </p:sp>
      <p:sp>
        <p:nvSpPr>
          <p:cNvPr id="6" name="Marcador de pie de página 5">
            <a:extLst>
              <a:ext uri="{FF2B5EF4-FFF2-40B4-BE49-F238E27FC236}">
                <a16:creationId xmlns:a16="http://schemas.microsoft.com/office/drawing/2014/main" id="{262D4AB1-76F6-731A-D181-264166D35F70}"/>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095EE67A-A795-1653-0CC1-D5039BAAE365}"/>
              </a:ext>
            </a:extLst>
          </p:cNvPr>
          <p:cNvSpPr>
            <a:spLocks noGrp="1"/>
          </p:cNvSpPr>
          <p:nvPr>
            <p:ph type="sldNum" sz="quarter" idx="12"/>
          </p:nvPr>
        </p:nvSpPr>
        <p:spPr/>
        <p:txBody>
          <a:bodyPr/>
          <a:lstStyle/>
          <a:p>
            <a:fld id="{778C7DF3-F41E-46B6-99FF-B8924323D118}" type="slidenum">
              <a:rPr lang="es-ES" smtClean="0"/>
              <a:t>‹Nº›</a:t>
            </a:fld>
            <a:endParaRPr lang="es-ES"/>
          </a:p>
        </p:txBody>
      </p:sp>
    </p:spTree>
    <p:extLst>
      <p:ext uri="{BB962C8B-B14F-4D97-AF65-F5344CB8AC3E}">
        <p14:creationId xmlns:p14="http://schemas.microsoft.com/office/powerpoint/2010/main" val="23926990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12DB89-EFCE-193F-C879-1989DBA530E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D562A323-0968-5A9B-4678-4D53F93B609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030E1E5E-2979-5ABE-4A1C-B3947936EB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F553CE0-7E1C-24CB-5426-9C3F86D9ED2C}"/>
              </a:ext>
            </a:extLst>
          </p:cNvPr>
          <p:cNvSpPr>
            <a:spLocks noGrp="1"/>
          </p:cNvSpPr>
          <p:nvPr>
            <p:ph type="dt" sz="half" idx="10"/>
          </p:nvPr>
        </p:nvSpPr>
        <p:spPr/>
        <p:txBody>
          <a:bodyPr/>
          <a:lstStyle/>
          <a:p>
            <a:fld id="{ED0C3AB5-09D1-44F9-A73B-901079EB8B73}" type="datetimeFigureOut">
              <a:rPr lang="es-ES" smtClean="0"/>
              <a:t>26/02/2026</a:t>
            </a:fld>
            <a:endParaRPr lang="es-ES"/>
          </a:p>
        </p:txBody>
      </p:sp>
      <p:sp>
        <p:nvSpPr>
          <p:cNvPr id="6" name="Marcador de pie de página 5">
            <a:extLst>
              <a:ext uri="{FF2B5EF4-FFF2-40B4-BE49-F238E27FC236}">
                <a16:creationId xmlns:a16="http://schemas.microsoft.com/office/drawing/2014/main" id="{F68E5EC3-B336-1B0B-8A1F-D0E269341D6D}"/>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FDA69C6F-217E-3704-7092-7987EEBD629B}"/>
              </a:ext>
            </a:extLst>
          </p:cNvPr>
          <p:cNvSpPr>
            <a:spLocks noGrp="1"/>
          </p:cNvSpPr>
          <p:nvPr>
            <p:ph type="sldNum" sz="quarter" idx="12"/>
          </p:nvPr>
        </p:nvSpPr>
        <p:spPr/>
        <p:txBody>
          <a:bodyPr/>
          <a:lstStyle/>
          <a:p>
            <a:fld id="{778C7DF3-F41E-46B6-99FF-B8924323D118}" type="slidenum">
              <a:rPr lang="es-ES" smtClean="0"/>
              <a:t>‹Nº›</a:t>
            </a:fld>
            <a:endParaRPr lang="es-ES"/>
          </a:p>
        </p:txBody>
      </p:sp>
    </p:spTree>
    <p:extLst>
      <p:ext uri="{BB962C8B-B14F-4D97-AF65-F5344CB8AC3E}">
        <p14:creationId xmlns:p14="http://schemas.microsoft.com/office/powerpoint/2010/main" val="11190289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978135-C256-8BD3-DE47-1A588730B810}"/>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58B77F9A-62AA-1500-BF40-FEE290BA22FB}"/>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CC611238-6756-6397-1B32-D9F19606E840}"/>
              </a:ext>
            </a:extLst>
          </p:cNvPr>
          <p:cNvSpPr>
            <a:spLocks noGrp="1"/>
          </p:cNvSpPr>
          <p:nvPr>
            <p:ph type="dt" sz="half" idx="10"/>
          </p:nvPr>
        </p:nvSpPr>
        <p:spPr/>
        <p:txBody>
          <a:bodyPr/>
          <a:lstStyle/>
          <a:p>
            <a:fld id="{ED0C3AB5-09D1-44F9-A73B-901079EB8B73}" type="datetimeFigureOut">
              <a:rPr lang="es-ES" smtClean="0"/>
              <a:t>26/02/2026</a:t>
            </a:fld>
            <a:endParaRPr lang="es-ES"/>
          </a:p>
        </p:txBody>
      </p:sp>
      <p:sp>
        <p:nvSpPr>
          <p:cNvPr id="5" name="Marcador de pie de página 4">
            <a:extLst>
              <a:ext uri="{FF2B5EF4-FFF2-40B4-BE49-F238E27FC236}">
                <a16:creationId xmlns:a16="http://schemas.microsoft.com/office/drawing/2014/main" id="{7154FB5A-4D94-A104-3A51-29C3B94D67A6}"/>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49D9EAB8-31CB-4D56-365C-ECC477C73F9D}"/>
              </a:ext>
            </a:extLst>
          </p:cNvPr>
          <p:cNvSpPr>
            <a:spLocks noGrp="1"/>
          </p:cNvSpPr>
          <p:nvPr>
            <p:ph type="sldNum" sz="quarter" idx="12"/>
          </p:nvPr>
        </p:nvSpPr>
        <p:spPr/>
        <p:txBody>
          <a:bodyPr/>
          <a:lstStyle/>
          <a:p>
            <a:fld id="{778C7DF3-F41E-46B6-99FF-B8924323D118}" type="slidenum">
              <a:rPr lang="es-ES" smtClean="0"/>
              <a:t>‹Nº›</a:t>
            </a:fld>
            <a:endParaRPr lang="es-ES"/>
          </a:p>
        </p:txBody>
      </p:sp>
    </p:spTree>
    <p:extLst>
      <p:ext uri="{BB962C8B-B14F-4D97-AF65-F5344CB8AC3E}">
        <p14:creationId xmlns:p14="http://schemas.microsoft.com/office/powerpoint/2010/main" val="40525352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0532C61C-8238-2E16-8AC3-02E38D919BB2}"/>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DB4BB3E2-6358-E995-7A18-DC02B715D45C}"/>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0A216D6F-C9D2-780B-FBC3-B4E87009E9BF}"/>
              </a:ext>
            </a:extLst>
          </p:cNvPr>
          <p:cNvSpPr>
            <a:spLocks noGrp="1"/>
          </p:cNvSpPr>
          <p:nvPr>
            <p:ph type="dt" sz="half" idx="10"/>
          </p:nvPr>
        </p:nvSpPr>
        <p:spPr/>
        <p:txBody>
          <a:bodyPr/>
          <a:lstStyle/>
          <a:p>
            <a:fld id="{ED0C3AB5-09D1-44F9-A73B-901079EB8B73}" type="datetimeFigureOut">
              <a:rPr lang="es-ES" smtClean="0"/>
              <a:t>26/02/2026</a:t>
            </a:fld>
            <a:endParaRPr lang="es-ES"/>
          </a:p>
        </p:txBody>
      </p:sp>
      <p:sp>
        <p:nvSpPr>
          <p:cNvPr id="5" name="Marcador de pie de página 4">
            <a:extLst>
              <a:ext uri="{FF2B5EF4-FFF2-40B4-BE49-F238E27FC236}">
                <a16:creationId xmlns:a16="http://schemas.microsoft.com/office/drawing/2014/main" id="{6870DE7B-522C-B215-A4CE-442DB8807002}"/>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113E1EF3-FB6C-DD87-A9A9-97E44B032128}"/>
              </a:ext>
            </a:extLst>
          </p:cNvPr>
          <p:cNvSpPr>
            <a:spLocks noGrp="1"/>
          </p:cNvSpPr>
          <p:nvPr>
            <p:ph type="sldNum" sz="quarter" idx="12"/>
          </p:nvPr>
        </p:nvSpPr>
        <p:spPr/>
        <p:txBody>
          <a:bodyPr/>
          <a:lstStyle/>
          <a:p>
            <a:fld id="{778C7DF3-F41E-46B6-99FF-B8924323D118}" type="slidenum">
              <a:rPr lang="es-ES" smtClean="0"/>
              <a:t>‹Nº›</a:t>
            </a:fld>
            <a:endParaRPr lang="es-ES"/>
          </a:p>
        </p:txBody>
      </p:sp>
    </p:spTree>
    <p:extLst>
      <p:ext uri="{BB962C8B-B14F-4D97-AF65-F5344CB8AC3E}">
        <p14:creationId xmlns:p14="http://schemas.microsoft.com/office/powerpoint/2010/main" val="41443973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02774093-B221-A849-AB39-C6711070CD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1DB75B39-C2EE-7D4B-A2E7-210EA53565F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F5AF8A87-1D60-284E-97D8-C4C0E304488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A4BB93-E753-1B47-980C-5C2927CF4423}" type="datetimeFigureOut">
              <a:rPr lang="es-ES" smtClean="0"/>
              <a:t>26/02/2026</a:t>
            </a:fld>
            <a:endParaRPr lang="es-ES"/>
          </a:p>
        </p:txBody>
      </p:sp>
      <p:sp>
        <p:nvSpPr>
          <p:cNvPr id="5" name="Marcador de pie de página 4">
            <a:extLst>
              <a:ext uri="{FF2B5EF4-FFF2-40B4-BE49-F238E27FC236}">
                <a16:creationId xmlns:a16="http://schemas.microsoft.com/office/drawing/2014/main" id="{D9EEB2B9-7607-1242-99FD-176D0D2678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a:extLst>
              <a:ext uri="{FF2B5EF4-FFF2-40B4-BE49-F238E27FC236}">
                <a16:creationId xmlns:a16="http://schemas.microsoft.com/office/drawing/2014/main" id="{CD35ECEB-679F-A343-BE65-D72E4D46B5D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4F0C0E-6B36-FE41-995F-17DD5FD4E3CF}" type="slidenum">
              <a:rPr lang="es-ES" smtClean="0"/>
              <a:t>‹Nº›</a:t>
            </a:fld>
            <a:endParaRPr lang="es-ES"/>
          </a:p>
        </p:txBody>
      </p:sp>
    </p:spTree>
    <p:extLst>
      <p:ext uri="{BB962C8B-B14F-4D97-AF65-F5344CB8AC3E}">
        <p14:creationId xmlns:p14="http://schemas.microsoft.com/office/powerpoint/2010/main" val="2281390595"/>
      </p:ext>
    </p:extLst>
  </p:cSld>
  <p:clrMap bg1="lt1" tx1="dk1" bg2="lt2" tx2="dk2" accent1="accent1" accent2="accent2" accent3="accent3" accent4="accent4" accent5="accent5" accent6="accent6" hlink="hlink" folHlink="folHlink"/>
  <p:sldLayoutIdLst>
    <p:sldLayoutId id="2147483649" r:id="rId1"/>
    <p:sldLayoutId id="2147483672"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852B9769-6CA2-F143-40A3-97BBE1490C1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2603E919-B5BD-F587-D7A3-97F3289E2B0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70DA5140-DFE3-6577-B958-E8AFCEA6D74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D0C3AB5-09D1-44F9-A73B-901079EB8B73}" type="datetimeFigureOut">
              <a:rPr lang="es-ES" smtClean="0"/>
              <a:t>26/02/2026</a:t>
            </a:fld>
            <a:endParaRPr lang="es-ES"/>
          </a:p>
        </p:txBody>
      </p:sp>
      <p:sp>
        <p:nvSpPr>
          <p:cNvPr id="5" name="Marcador de pie de página 4">
            <a:extLst>
              <a:ext uri="{FF2B5EF4-FFF2-40B4-BE49-F238E27FC236}">
                <a16:creationId xmlns:a16="http://schemas.microsoft.com/office/drawing/2014/main" id="{D28F6DB3-1D9C-73D9-C8F3-375AFCEBB3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Marcador de número de diapositiva 5">
            <a:extLst>
              <a:ext uri="{FF2B5EF4-FFF2-40B4-BE49-F238E27FC236}">
                <a16:creationId xmlns:a16="http://schemas.microsoft.com/office/drawing/2014/main" id="{DA1E8CEE-A073-F425-0719-C9D4F7081C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78C7DF3-F41E-46B6-99FF-B8924323D118}" type="slidenum">
              <a:rPr lang="es-ES" smtClean="0"/>
              <a:t>‹Nº›</a:t>
            </a:fld>
            <a:endParaRPr lang="es-ES"/>
          </a:p>
        </p:txBody>
      </p:sp>
    </p:spTree>
    <p:extLst>
      <p:ext uri="{BB962C8B-B14F-4D97-AF65-F5344CB8AC3E}">
        <p14:creationId xmlns:p14="http://schemas.microsoft.com/office/powerpoint/2010/main" val="41188812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7" Type="http://schemas.openxmlformats.org/officeDocument/2006/relationships/image" Target="../media/image6.svg"/><Relationship Id="rId2" Type="http://schemas.openxmlformats.org/officeDocument/2006/relationships/image" Target="../media/image1.jpg"/><Relationship Id="rId1" Type="http://schemas.openxmlformats.org/officeDocument/2006/relationships/slideLayout" Target="../slideLayouts/slideLayout8.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g"/><Relationship Id="rId1" Type="http://schemas.openxmlformats.org/officeDocument/2006/relationships/slideLayout" Target="../slideLayouts/slideLayout19.xml"/><Relationship Id="rId5" Type="http://schemas.openxmlformats.org/officeDocument/2006/relationships/image" Target="../media/image4.sv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chart" Target="../charts/chart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Layout" Target="../slideLayouts/slideLayout1.xml"/><Relationship Id="rId4" Type="http://schemas.openxmlformats.org/officeDocument/2006/relationships/image" Target="../media/image4.svg"/></Relationships>
</file>

<file path=ppt/slides/_rels/slide1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sv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Layout" Target="../slideLayouts/slideLayout1.xml"/><Relationship Id="rId4" Type="http://schemas.openxmlformats.org/officeDocument/2006/relationships/image" Target="../media/image4.svg"/></Relationships>
</file>

<file path=ppt/slides/_rels/slide20.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emf"/></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slides/_rels/slide24.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chart" Target="../charts/chart16.xm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Layout" Target="../slideLayouts/slideLayout1.xml"/><Relationship Id="rId4" Type="http://schemas.openxmlformats.org/officeDocument/2006/relationships/image" Target="../media/image4.sv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g"/><Relationship Id="rId1" Type="http://schemas.openxmlformats.org/officeDocument/2006/relationships/slideLayout" Target="../slideLayouts/slideLayout8.xml"/><Relationship Id="rId5" Type="http://schemas.openxmlformats.org/officeDocument/2006/relationships/image" Target="../media/image4.sv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Imagen 16">
            <a:extLst>
              <a:ext uri="{FF2B5EF4-FFF2-40B4-BE49-F238E27FC236}">
                <a16:creationId xmlns:a16="http://schemas.microsoft.com/office/drawing/2014/main" id="{3493FEE5-4870-BE47-9754-6E18BB9CF665}"/>
              </a:ext>
            </a:extLst>
          </p:cNvPr>
          <p:cNvPicPr>
            <a:picLocks noChangeAspect="1"/>
          </p:cNvPicPr>
          <p:nvPr/>
        </p:nvPicPr>
        <p:blipFill>
          <a:blip r:embed="rId2"/>
          <a:srcRect/>
          <a:stretch/>
        </p:blipFill>
        <p:spPr>
          <a:xfrm>
            <a:off x="0" y="3429000"/>
            <a:ext cx="12191999" cy="3429000"/>
          </a:xfrm>
          <a:prstGeom prst="rect">
            <a:avLst/>
          </a:prstGeom>
        </p:spPr>
      </p:pic>
      <p:sp>
        <p:nvSpPr>
          <p:cNvPr id="10" name="CuadroTexto 9">
            <a:extLst>
              <a:ext uri="{FF2B5EF4-FFF2-40B4-BE49-F238E27FC236}">
                <a16:creationId xmlns:a16="http://schemas.microsoft.com/office/drawing/2014/main" id="{0A0CD324-6DCD-BA49-A073-078E28E36644}"/>
              </a:ext>
            </a:extLst>
          </p:cNvPr>
          <p:cNvSpPr txBox="1"/>
          <p:nvPr/>
        </p:nvSpPr>
        <p:spPr>
          <a:xfrm>
            <a:off x="5406190" y="1427748"/>
            <a:ext cx="6336632" cy="1709379"/>
          </a:xfrm>
          <a:prstGeom prst="rect">
            <a:avLst/>
          </a:prstGeom>
          <a:noFill/>
        </p:spPr>
        <p:txBody>
          <a:bodyPr wrap="square" rtlCol="0">
            <a:spAutoFit/>
          </a:bodyPr>
          <a:lstStyle/>
          <a:p>
            <a:pPr>
              <a:lnSpc>
                <a:spcPts val="6200"/>
              </a:lnSpc>
            </a:pPr>
            <a:r>
              <a:rPr lang="es-ES" sz="6000" dirty="0">
                <a:solidFill>
                  <a:srgbClr val="003B42"/>
                </a:solidFill>
                <a:latin typeface="DM Serif Display" pitchFamily="2" charset="0"/>
              </a:rPr>
              <a:t>Informe de análisis de datos </a:t>
            </a:r>
          </a:p>
        </p:txBody>
      </p:sp>
      <p:sp>
        <p:nvSpPr>
          <p:cNvPr id="11" name="Rectángulo 10">
            <a:extLst>
              <a:ext uri="{FF2B5EF4-FFF2-40B4-BE49-F238E27FC236}">
                <a16:creationId xmlns:a16="http://schemas.microsoft.com/office/drawing/2014/main" id="{B4095491-979B-8B42-8429-26E7A11D640F}"/>
              </a:ext>
            </a:extLst>
          </p:cNvPr>
          <p:cNvSpPr/>
          <p:nvPr/>
        </p:nvSpPr>
        <p:spPr>
          <a:xfrm>
            <a:off x="5406190" y="3713150"/>
            <a:ext cx="4660250" cy="861774"/>
          </a:xfrm>
          <a:prstGeom prst="rect">
            <a:avLst/>
          </a:prstGeom>
        </p:spPr>
        <p:txBody>
          <a:bodyPr wrap="none">
            <a:spAutoFit/>
          </a:bodyPr>
          <a:lstStyle/>
          <a:p>
            <a:r>
              <a:rPr lang="es-ES" sz="2500" dirty="0">
                <a:solidFill>
                  <a:schemeClr val="bg1"/>
                </a:solidFill>
                <a:latin typeface="Montserrat Medium" pitchFamily="2" charset="77"/>
              </a:rPr>
              <a:t>SMART OFFICE </a:t>
            </a:r>
            <a:br>
              <a:rPr lang="es-ES" sz="2500" dirty="0">
                <a:solidFill>
                  <a:schemeClr val="bg1"/>
                </a:solidFill>
                <a:latin typeface="Montserrat Medium" pitchFamily="2" charset="77"/>
              </a:rPr>
            </a:br>
            <a:r>
              <a:rPr lang="es-ES" sz="2500" dirty="0">
                <a:solidFill>
                  <a:schemeClr val="bg1"/>
                </a:solidFill>
                <a:latin typeface="Montserrat Medium" pitchFamily="2" charset="77"/>
              </a:rPr>
              <a:t>DIPUTACIÓN DE VALÉNCIA</a:t>
            </a:r>
          </a:p>
        </p:txBody>
      </p:sp>
      <p:sp>
        <p:nvSpPr>
          <p:cNvPr id="15" name="Rectángulo 14">
            <a:extLst>
              <a:ext uri="{FF2B5EF4-FFF2-40B4-BE49-F238E27FC236}">
                <a16:creationId xmlns:a16="http://schemas.microsoft.com/office/drawing/2014/main" id="{B8E12F29-AEFF-1648-82DB-A98A3FE6A988}"/>
              </a:ext>
            </a:extLst>
          </p:cNvPr>
          <p:cNvSpPr/>
          <p:nvPr/>
        </p:nvSpPr>
        <p:spPr>
          <a:xfrm>
            <a:off x="10412364" y="476672"/>
            <a:ext cx="1157689" cy="276999"/>
          </a:xfrm>
          <a:prstGeom prst="rect">
            <a:avLst/>
          </a:prstGeom>
        </p:spPr>
        <p:txBody>
          <a:bodyPr wrap="none">
            <a:spAutoFit/>
          </a:bodyPr>
          <a:lstStyle/>
          <a:p>
            <a:pPr algn="r"/>
            <a:r>
              <a:rPr lang="es-ES" sz="1200" b="1">
                <a:solidFill>
                  <a:srgbClr val="04145E"/>
                </a:solidFill>
                <a:latin typeface="Montserrat SemiBold" pitchFamily="2" charset="77"/>
              </a:rPr>
              <a:t>ENE– DIC 24</a:t>
            </a:r>
          </a:p>
        </p:txBody>
      </p:sp>
      <p:grpSp>
        <p:nvGrpSpPr>
          <p:cNvPr id="13" name="Grupo 12">
            <a:extLst>
              <a:ext uri="{FF2B5EF4-FFF2-40B4-BE49-F238E27FC236}">
                <a16:creationId xmlns:a16="http://schemas.microsoft.com/office/drawing/2014/main" id="{CB952129-EAF5-D649-B757-DF7A3A13A482}"/>
              </a:ext>
            </a:extLst>
          </p:cNvPr>
          <p:cNvGrpSpPr/>
          <p:nvPr/>
        </p:nvGrpSpPr>
        <p:grpSpPr>
          <a:xfrm>
            <a:off x="5392870" y="5685182"/>
            <a:ext cx="3420501" cy="452108"/>
            <a:chOff x="371142" y="6122731"/>
            <a:chExt cx="1930011" cy="255101"/>
          </a:xfrm>
        </p:grpSpPr>
        <p:pic>
          <p:nvPicPr>
            <p:cNvPr id="14" name="Imagen 13">
              <a:extLst>
                <a:ext uri="{FF2B5EF4-FFF2-40B4-BE49-F238E27FC236}">
                  <a16:creationId xmlns:a16="http://schemas.microsoft.com/office/drawing/2014/main" id="{D64FA567-A495-784F-9357-2A8E7113F0A6}"/>
                </a:ext>
              </a:extLst>
            </p:cNvPr>
            <p:cNvPicPr>
              <a:picLocks noChangeAspect="1"/>
            </p:cNvPicPr>
            <p:nvPr/>
          </p:nvPicPr>
          <p:blipFill>
            <a:blip r:embed="rId3"/>
            <a:stretch>
              <a:fillRect/>
            </a:stretch>
          </p:blipFill>
          <p:spPr>
            <a:xfrm>
              <a:off x="371142" y="6124135"/>
              <a:ext cx="800069" cy="253697"/>
            </a:xfrm>
            <a:prstGeom prst="rect">
              <a:avLst/>
            </a:prstGeom>
          </p:spPr>
        </p:pic>
        <p:pic>
          <p:nvPicPr>
            <p:cNvPr id="16" name="Gráfico 15">
              <a:extLst>
                <a:ext uri="{FF2B5EF4-FFF2-40B4-BE49-F238E27FC236}">
                  <a16:creationId xmlns:a16="http://schemas.microsoft.com/office/drawing/2014/main" id="{66214A28-8633-3B48-BA5B-16108F80A72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51036" y="6122731"/>
              <a:ext cx="950117" cy="254256"/>
            </a:xfrm>
            <a:prstGeom prst="rect">
              <a:avLst/>
            </a:prstGeom>
          </p:spPr>
        </p:pic>
      </p:grpSp>
      <p:pic>
        <p:nvPicPr>
          <p:cNvPr id="4" name="Gráfico 3">
            <a:extLst>
              <a:ext uri="{FF2B5EF4-FFF2-40B4-BE49-F238E27FC236}">
                <a16:creationId xmlns:a16="http://schemas.microsoft.com/office/drawing/2014/main" id="{B93466DD-87CE-BC44-9C40-B3F1ACBDC32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76952" y="1624083"/>
            <a:ext cx="3650919" cy="3837391"/>
          </a:xfrm>
          <a:prstGeom prst="rect">
            <a:avLst/>
          </a:prstGeom>
        </p:spPr>
      </p:pic>
    </p:spTree>
    <p:extLst>
      <p:ext uri="{BB962C8B-B14F-4D97-AF65-F5344CB8AC3E}">
        <p14:creationId xmlns:p14="http://schemas.microsoft.com/office/powerpoint/2010/main" val="8009134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Imagen 20">
            <a:extLst>
              <a:ext uri="{FF2B5EF4-FFF2-40B4-BE49-F238E27FC236}">
                <a16:creationId xmlns:a16="http://schemas.microsoft.com/office/drawing/2014/main" id="{B6F25006-079D-9F4E-A6E4-46DFA4DA8BFB}"/>
              </a:ext>
            </a:extLst>
          </p:cNvPr>
          <p:cNvPicPr>
            <a:picLocks noChangeAspect="1"/>
          </p:cNvPicPr>
          <p:nvPr/>
        </p:nvPicPr>
        <p:blipFill>
          <a:blip r:embed="rId2"/>
          <a:srcRect/>
          <a:stretch/>
        </p:blipFill>
        <p:spPr>
          <a:xfrm>
            <a:off x="0" y="0"/>
            <a:ext cx="12191999" cy="6858000"/>
          </a:xfrm>
          <a:prstGeom prst="rect">
            <a:avLst/>
          </a:prstGeom>
        </p:spPr>
      </p:pic>
      <p:sp>
        <p:nvSpPr>
          <p:cNvPr id="3" name="CuadroTexto 2">
            <a:extLst>
              <a:ext uri="{FF2B5EF4-FFF2-40B4-BE49-F238E27FC236}">
                <a16:creationId xmlns:a16="http://schemas.microsoft.com/office/drawing/2014/main" id="{774207D7-0887-9E41-83A9-E3CE80D740FD}"/>
              </a:ext>
            </a:extLst>
          </p:cNvPr>
          <p:cNvSpPr txBox="1"/>
          <p:nvPr/>
        </p:nvSpPr>
        <p:spPr>
          <a:xfrm>
            <a:off x="731838" y="1460636"/>
            <a:ext cx="5364162" cy="914289"/>
          </a:xfrm>
          <a:prstGeom prst="rect">
            <a:avLst/>
          </a:prstGeom>
          <a:noFill/>
        </p:spPr>
        <p:txBody>
          <a:bodyPr wrap="square" rtlCol="0">
            <a:spAutoFit/>
          </a:bodyPr>
          <a:lstStyle/>
          <a:p>
            <a:pPr>
              <a:lnSpc>
                <a:spcPts val="6200"/>
              </a:lnSpc>
            </a:pPr>
            <a:r>
              <a:rPr lang="es-ES" sz="6000" dirty="0">
                <a:solidFill>
                  <a:schemeClr val="bg1"/>
                </a:solidFill>
                <a:latin typeface="DM Serif Display" pitchFamily="2" charset="0"/>
              </a:rPr>
              <a:t>Índice</a:t>
            </a:r>
          </a:p>
        </p:txBody>
      </p:sp>
      <p:sp>
        <p:nvSpPr>
          <p:cNvPr id="4" name="Rectángulo 3">
            <a:extLst>
              <a:ext uri="{FF2B5EF4-FFF2-40B4-BE49-F238E27FC236}">
                <a16:creationId xmlns:a16="http://schemas.microsoft.com/office/drawing/2014/main" id="{EAE3194D-BA72-7946-B686-0B4FF8284B2D}"/>
              </a:ext>
            </a:extLst>
          </p:cNvPr>
          <p:cNvSpPr/>
          <p:nvPr/>
        </p:nvSpPr>
        <p:spPr>
          <a:xfrm>
            <a:off x="731838" y="3865364"/>
            <a:ext cx="2276201" cy="1554272"/>
          </a:xfrm>
          <a:prstGeom prst="rect">
            <a:avLst/>
          </a:prstGeom>
        </p:spPr>
        <p:txBody>
          <a:bodyPr wrap="square">
            <a:spAutoFit/>
          </a:bodyPr>
          <a:lstStyle/>
          <a:p>
            <a:pPr algn="ctr">
              <a:lnSpc>
                <a:spcPts val="4200"/>
              </a:lnSpc>
            </a:pPr>
            <a:r>
              <a:rPr lang="es-ES" sz="8200" dirty="0">
                <a:solidFill>
                  <a:schemeClr val="bg1"/>
                </a:solidFill>
                <a:latin typeface="DM Serif Display" pitchFamily="2" charset="0"/>
                <a:ea typeface="Times New Roman" panose="02020603050405020304" pitchFamily="18" charset="0"/>
                <a:cs typeface="Times New Roman" panose="02020603050405020304" pitchFamily="18" charset="0"/>
              </a:rPr>
              <a:t>01</a:t>
            </a:r>
          </a:p>
          <a:p>
            <a:pPr algn="ctr">
              <a:lnSpc>
                <a:spcPts val="2600"/>
              </a:lnSpc>
              <a:spcBef>
                <a:spcPts val="2000"/>
              </a:spcBef>
            </a:pPr>
            <a:r>
              <a:rPr lang="es-ES" sz="2400" dirty="0">
                <a:solidFill>
                  <a:schemeClr val="bg1"/>
                </a:solidFill>
                <a:latin typeface="Montserrat Medium" pitchFamily="2" charset="77"/>
                <a:cs typeface="Times New Roman" panose="02020603050405020304" pitchFamily="18" charset="0"/>
              </a:rPr>
              <a:t>Afluencia</a:t>
            </a:r>
            <a:br>
              <a:rPr lang="es-ES" sz="2400" dirty="0">
                <a:solidFill>
                  <a:schemeClr val="bg1"/>
                </a:solidFill>
                <a:latin typeface="Montserrat Medium" pitchFamily="2" charset="77"/>
                <a:cs typeface="Times New Roman" panose="02020603050405020304" pitchFamily="18" charset="0"/>
              </a:rPr>
            </a:br>
            <a:r>
              <a:rPr lang="es-ES" sz="2400" dirty="0">
                <a:solidFill>
                  <a:schemeClr val="bg1"/>
                </a:solidFill>
                <a:latin typeface="Montserrat Medium" pitchFamily="2" charset="77"/>
                <a:cs typeface="Times New Roman" panose="02020603050405020304" pitchFamily="18" charset="0"/>
              </a:rPr>
              <a:t>turística</a:t>
            </a:r>
            <a:endParaRPr lang="es-ES" sz="2400" dirty="0">
              <a:solidFill>
                <a:schemeClr val="bg1"/>
              </a:solidFill>
              <a:latin typeface="Montserrat Medium" pitchFamily="2" charset="77"/>
            </a:endParaRPr>
          </a:p>
        </p:txBody>
      </p:sp>
      <p:sp>
        <p:nvSpPr>
          <p:cNvPr id="5" name="Rectángulo 4">
            <a:extLst>
              <a:ext uri="{FF2B5EF4-FFF2-40B4-BE49-F238E27FC236}">
                <a16:creationId xmlns:a16="http://schemas.microsoft.com/office/drawing/2014/main" id="{A209F9F7-B8EE-9C46-95BA-913323E8363B}"/>
              </a:ext>
            </a:extLst>
          </p:cNvPr>
          <p:cNvSpPr/>
          <p:nvPr/>
        </p:nvSpPr>
        <p:spPr>
          <a:xfrm>
            <a:off x="3727032" y="3865364"/>
            <a:ext cx="2003948" cy="1554272"/>
          </a:xfrm>
          <a:prstGeom prst="rect">
            <a:avLst/>
          </a:prstGeom>
        </p:spPr>
        <p:txBody>
          <a:bodyPr wrap="square">
            <a:spAutoFit/>
          </a:bodyPr>
          <a:lstStyle/>
          <a:p>
            <a:pPr algn="ctr">
              <a:lnSpc>
                <a:spcPts val="4200"/>
              </a:lnSpc>
            </a:pPr>
            <a:r>
              <a:rPr lang="es-ES" sz="8200" dirty="0">
                <a:solidFill>
                  <a:schemeClr val="bg1"/>
                </a:solidFill>
                <a:latin typeface="DM Serif Display" pitchFamily="2" charset="0"/>
                <a:cs typeface="Times New Roman" panose="02020603050405020304" pitchFamily="18" charset="0"/>
              </a:rPr>
              <a:t>02</a:t>
            </a:r>
          </a:p>
          <a:p>
            <a:pPr algn="ctr">
              <a:lnSpc>
                <a:spcPts val="2600"/>
              </a:lnSpc>
              <a:spcBef>
                <a:spcPts val="2000"/>
              </a:spcBef>
            </a:pPr>
            <a:r>
              <a:rPr lang="es-ES" sz="2400" dirty="0">
                <a:solidFill>
                  <a:schemeClr val="bg1"/>
                </a:solidFill>
                <a:latin typeface="Montserrat Medium" pitchFamily="2" charset="77"/>
                <a:cs typeface="Times New Roman" panose="02020603050405020304" pitchFamily="18" charset="0"/>
              </a:rPr>
              <a:t>Gasto</a:t>
            </a:r>
            <a:br>
              <a:rPr lang="es-ES" sz="2400" dirty="0">
                <a:solidFill>
                  <a:schemeClr val="bg1"/>
                </a:solidFill>
                <a:latin typeface="Montserrat Medium" pitchFamily="2" charset="77"/>
                <a:cs typeface="Times New Roman" panose="02020603050405020304" pitchFamily="18" charset="0"/>
              </a:rPr>
            </a:br>
            <a:r>
              <a:rPr lang="es-ES" sz="2400" dirty="0">
                <a:solidFill>
                  <a:schemeClr val="bg1"/>
                </a:solidFill>
                <a:latin typeface="Montserrat Medium" pitchFamily="2" charset="77"/>
                <a:cs typeface="Times New Roman" panose="02020603050405020304" pitchFamily="18" charset="0"/>
              </a:rPr>
              <a:t>turístico</a:t>
            </a:r>
          </a:p>
        </p:txBody>
      </p:sp>
      <p:sp>
        <p:nvSpPr>
          <p:cNvPr id="6" name="Rectángulo 5">
            <a:extLst>
              <a:ext uri="{FF2B5EF4-FFF2-40B4-BE49-F238E27FC236}">
                <a16:creationId xmlns:a16="http://schemas.microsoft.com/office/drawing/2014/main" id="{1D00B25A-E893-D340-9FC2-AFDE28AAAA50}"/>
              </a:ext>
            </a:extLst>
          </p:cNvPr>
          <p:cNvSpPr/>
          <p:nvPr/>
        </p:nvSpPr>
        <p:spPr>
          <a:xfrm>
            <a:off x="6449973" y="3865364"/>
            <a:ext cx="2003948" cy="1220847"/>
          </a:xfrm>
          <a:prstGeom prst="rect">
            <a:avLst/>
          </a:prstGeom>
        </p:spPr>
        <p:txBody>
          <a:bodyPr wrap="square">
            <a:spAutoFit/>
          </a:bodyPr>
          <a:lstStyle/>
          <a:p>
            <a:pPr algn="ctr">
              <a:lnSpc>
                <a:spcPts val="4200"/>
              </a:lnSpc>
            </a:pPr>
            <a:r>
              <a:rPr lang="es-ES" sz="8200" dirty="0">
                <a:solidFill>
                  <a:schemeClr val="bg1"/>
                </a:solidFill>
                <a:latin typeface="DM Serif Display" pitchFamily="2" charset="0"/>
                <a:cs typeface="Times New Roman" panose="02020603050405020304" pitchFamily="18" charset="0"/>
              </a:rPr>
              <a:t>03</a:t>
            </a:r>
          </a:p>
          <a:p>
            <a:pPr algn="ctr">
              <a:lnSpc>
                <a:spcPts val="2600"/>
              </a:lnSpc>
              <a:spcBef>
                <a:spcPts val="2000"/>
              </a:spcBef>
            </a:pPr>
            <a:r>
              <a:rPr lang="es-ES" sz="2400" dirty="0">
                <a:solidFill>
                  <a:schemeClr val="bg1"/>
                </a:solidFill>
                <a:latin typeface="Montserrat Medium" pitchFamily="2" charset="77"/>
                <a:cs typeface="Times New Roman" panose="02020603050405020304" pitchFamily="18" charset="0"/>
              </a:rPr>
              <a:t>Ocupación</a:t>
            </a:r>
          </a:p>
        </p:txBody>
      </p:sp>
      <p:sp>
        <p:nvSpPr>
          <p:cNvPr id="2" name="Rectángulo 1">
            <a:extLst>
              <a:ext uri="{FF2B5EF4-FFF2-40B4-BE49-F238E27FC236}">
                <a16:creationId xmlns:a16="http://schemas.microsoft.com/office/drawing/2014/main" id="{70AC8B80-2FA6-0EFB-03B8-45D522513162}"/>
              </a:ext>
            </a:extLst>
          </p:cNvPr>
          <p:cNvSpPr/>
          <p:nvPr/>
        </p:nvSpPr>
        <p:spPr>
          <a:xfrm>
            <a:off x="9172914" y="3865363"/>
            <a:ext cx="2003948" cy="1554272"/>
          </a:xfrm>
          <a:prstGeom prst="rect">
            <a:avLst/>
          </a:prstGeom>
        </p:spPr>
        <p:txBody>
          <a:bodyPr wrap="square">
            <a:spAutoFit/>
          </a:bodyPr>
          <a:lstStyle/>
          <a:p>
            <a:pPr algn="ctr">
              <a:lnSpc>
                <a:spcPts val="4200"/>
              </a:lnSpc>
            </a:pPr>
            <a:r>
              <a:rPr lang="es-ES" sz="8200" dirty="0">
                <a:solidFill>
                  <a:schemeClr val="bg1"/>
                </a:solidFill>
                <a:latin typeface="DM Serif Display" pitchFamily="2" charset="0"/>
                <a:cs typeface="Times New Roman" panose="02020603050405020304" pitchFamily="18" charset="0"/>
              </a:rPr>
              <a:t>04</a:t>
            </a:r>
          </a:p>
          <a:p>
            <a:pPr algn="ctr">
              <a:lnSpc>
                <a:spcPts val="2600"/>
              </a:lnSpc>
              <a:spcBef>
                <a:spcPts val="2000"/>
              </a:spcBef>
            </a:pPr>
            <a:r>
              <a:rPr lang="es-ES" sz="2400" dirty="0">
                <a:solidFill>
                  <a:schemeClr val="bg1"/>
                </a:solidFill>
                <a:latin typeface="Montserrat Medium" pitchFamily="2" charset="77"/>
                <a:cs typeface="Times New Roman" panose="02020603050405020304" pitchFamily="18" charset="0"/>
              </a:rPr>
              <a:t>Glosario de términos</a:t>
            </a:r>
          </a:p>
        </p:txBody>
      </p:sp>
      <p:cxnSp>
        <p:nvCxnSpPr>
          <p:cNvPr id="13" name="Conector recto 12">
            <a:extLst>
              <a:ext uri="{FF2B5EF4-FFF2-40B4-BE49-F238E27FC236}">
                <a16:creationId xmlns:a16="http://schemas.microsoft.com/office/drawing/2014/main" id="{C6E963DA-3627-4643-9A0D-E3DB198EB4F1}"/>
              </a:ext>
            </a:extLst>
          </p:cNvPr>
          <p:cNvCxnSpPr>
            <a:cxnSpLocks/>
          </p:cNvCxnSpPr>
          <p:nvPr/>
        </p:nvCxnSpPr>
        <p:spPr>
          <a:xfrm>
            <a:off x="1882588" y="4532221"/>
            <a:ext cx="829683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Elipse 15">
            <a:extLst>
              <a:ext uri="{FF2B5EF4-FFF2-40B4-BE49-F238E27FC236}">
                <a16:creationId xmlns:a16="http://schemas.microsoft.com/office/drawing/2014/main" id="{620F1599-A92D-D945-B7C4-7CB814A1E037}"/>
              </a:ext>
            </a:extLst>
          </p:cNvPr>
          <p:cNvSpPr/>
          <p:nvPr/>
        </p:nvSpPr>
        <p:spPr>
          <a:xfrm>
            <a:off x="1857508" y="4489680"/>
            <a:ext cx="86109" cy="8610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Elipse 16">
            <a:extLst>
              <a:ext uri="{FF2B5EF4-FFF2-40B4-BE49-F238E27FC236}">
                <a16:creationId xmlns:a16="http://schemas.microsoft.com/office/drawing/2014/main" id="{6EE9C1C4-1E88-DF4E-A65B-0218C95B4041}"/>
              </a:ext>
            </a:extLst>
          </p:cNvPr>
          <p:cNvSpPr/>
          <p:nvPr/>
        </p:nvSpPr>
        <p:spPr>
          <a:xfrm>
            <a:off x="4659940" y="4489680"/>
            <a:ext cx="86109" cy="8610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 </a:t>
            </a:r>
          </a:p>
        </p:txBody>
      </p:sp>
      <p:sp>
        <p:nvSpPr>
          <p:cNvPr id="18" name="Elipse 17">
            <a:extLst>
              <a:ext uri="{FF2B5EF4-FFF2-40B4-BE49-F238E27FC236}">
                <a16:creationId xmlns:a16="http://schemas.microsoft.com/office/drawing/2014/main" id="{6E2A3A38-001C-B04E-8512-7DD2433DC171}"/>
              </a:ext>
            </a:extLst>
          </p:cNvPr>
          <p:cNvSpPr/>
          <p:nvPr/>
        </p:nvSpPr>
        <p:spPr>
          <a:xfrm>
            <a:off x="7396244" y="4489680"/>
            <a:ext cx="86109" cy="8610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 </a:t>
            </a:r>
          </a:p>
        </p:txBody>
      </p:sp>
      <p:sp>
        <p:nvSpPr>
          <p:cNvPr id="19" name="Elipse 18">
            <a:extLst>
              <a:ext uri="{FF2B5EF4-FFF2-40B4-BE49-F238E27FC236}">
                <a16:creationId xmlns:a16="http://schemas.microsoft.com/office/drawing/2014/main" id="{377ADEF3-D508-7944-8B71-F8B0C8E68F62}"/>
              </a:ext>
            </a:extLst>
          </p:cNvPr>
          <p:cNvSpPr/>
          <p:nvPr/>
        </p:nvSpPr>
        <p:spPr>
          <a:xfrm>
            <a:off x="10128448" y="4489680"/>
            <a:ext cx="86109" cy="8610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 </a:t>
            </a:r>
          </a:p>
        </p:txBody>
      </p:sp>
      <p:grpSp>
        <p:nvGrpSpPr>
          <p:cNvPr id="14" name="Grupo 13">
            <a:extLst>
              <a:ext uri="{FF2B5EF4-FFF2-40B4-BE49-F238E27FC236}">
                <a16:creationId xmlns:a16="http://schemas.microsoft.com/office/drawing/2014/main" id="{7F8E69BE-D07F-3A4F-8882-5E887A5543CA}"/>
              </a:ext>
            </a:extLst>
          </p:cNvPr>
          <p:cNvGrpSpPr/>
          <p:nvPr/>
        </p:nvGrpSpPr>
        <p:grpSpPr>
          <a:xfrm>
            <a:off x="8460336" y="1672046"/>
            <a:ext cx="3215727" cy="425042"/>
            <a:chOff x="371142" y="6122731"/>
            <a:chExt cx="1930011" cy="255101"/>
          </a:xfrm>
        </p:grpSpPr>
        <p:pic>
          <p:nvPicPr>
            <p:cNvPr id="15" name="Imagen 14">
              <a:extLst>
                <a:ext uri="{FF2B5EF4-FFF2-40B4-BE49-F238E27FC236}">
                  <a16:creationId xmlns:a16="http://schemas.microsoft.com/office/drawing/2014/main" id="{88E82B3C-48F0-C34B-B79D-EC52F3637069}"/>
                </a:ext>
              </a:extLst>
            </p:cNvPr>
            <p:cNvPicPr>
              <a:picLocks noChangeAspect="1"/>
            </p:cNvPicPr>
            <p:nvPr/>
          </p:nvPicPr>
          <p:blipFill>
            <a:blip r:embed="rId3"/>
            <a:stretch>
              <a:fillRect/>
            </a:stretch>
          </p:blipFill>
          <p:spPr>
            <a:xfrm>
              <a:off x="371142" y="6124135"/>
              <a:ext cx="800069" cy="253697"/>
            </a:xfrm>
            <a:prstGeom prst="rect">
              <a:avLst/>
            </a:prstGeom>
          </p:spPr>
        </p:pic>
        <p:pic>
          <p:nvPicPr>
            <p:cNvPr id="20" name="Gráfico 19">
              <a:extLst>
                <a:ext uri="{FF2B5EF4-FFF2-40B4-BE49-F238E27FC236}">
                  <a16:creationId xmlns:a16="http://schemas.microsoft.com/office/drawing/2014/main" id="{84854DF8-2967-5941-BF61-FE80C4C6381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51036" y="6122731"/>
              <a:ext cx="950117" cy="254256"/>
            </a:xfrm>
            <a:prstGeom prst="rect">
              <a:avLst/>
            </a:prstGeom>
          </p:spPr>
        </p:pic>
      </p:grpSp>
    </p:spTree>
    <p:extLst>
      <p:ext uri="{BB962C8B-B14F-4D97-AF65-F5344CB8AC3E}">
        <p14:creationId xmlns:p14="http://schemas.microsoft.com/office/powerpoint/2010/main" val="20068906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E1AAF08B-AB44-6547-891C-337A413BF743}"/>
              </a:ext>
            </a:extLst>
          </p:cNvPr>
          <p:cNvSpPr/>
          <p:nvPr/>
        </p:nvSpPr>
        <p:spPr>
          <a:xfrm>
            <a:off x="3072247" y="1638685"/>
            <a:ext cx="3542865" cy="1552284"/>
          </a:xfrm>
          <a:prstGeom prst="rect">
            <a:avLst/>
          </a:prstGeom>
        </p:spPr>
        <p:txBody>
          <a:bodyPr wrap="square">
            <a:spAutoFit/>
          </a:bodyPr>
          <a:lstStyle/>
          <a:p>
            <a:pPr>
              <a:lnSpc>
                <a:spcPts val="5500"/>
              </a:lnSpc>
            </a:pPr>
            <a:r>
              <a:rPr lang="es-ES" sz="6000" dirty="0">
                <a:solidFill>
                  <a:srgbClr val="003B42"/>
                </a:solidFill>
                <a:latin typeface="DM Serif Display" pitchFamily="2" charset="0"/>
                <a:ea typeface="Times New Roman" panose="02020603050405020304" pitchFamily="18" charset="0"/>
                <a:cs typeface="Times New Roman" panose="02020603050405020304" pitchFamily="18" charset="0"/>
              </a:rPr>
              <a:t>Afluencia</a:t>
            </a:r>
          </a:p>
          <a:p>
            <a:pPr>
              <a:lnSpc>
                <a:spcPts val="5500"/>
              </a:lnSpc>
            </a:pPr>
            <a:r>
              <a:rPr lang="es-ES" sz="6000" dirty="0">
                <a:solidFill>
                  <a:srgbClr val="003B42"/>
                </a:solidFill>
                <a:latin typeface="DM Serif Display" pitchFamily="2" charset="0"/>
                <a:cs typeface="Times New Roman" panose="02020603050405020304" pitchFamily="18" charset="0"/>
              </a:rPr>
              <a:t>turística</a:t>
            </a:r>
            <a:endParaRPr lang="es-ES" sz="6000" dirty="0">
              <a:solidFill>
                <a:srgbClr val="003B42"/>
              </a:solidFill>
              <a:latin typeface="DM Serif Display" pitchFamily="2" charset="0"/>
            </a:endParaRPr>
          </a:p>
        </p:txBody>
      </p:sp>
      <p:sp>
        <p:nvSpPr>
          <p:cNvPr id="10" name="Rectángulo 9">
            <a:extLst>
              <a:ext uri="{FF2B5EF4-FFF2-40B4-BE49-F238E27FC236}">
                <a16:creationId xmlns:a16="http://schemas.microsoft.com/office/drawing/2014/main" id="{2BCF689F-2CE8-BE49-9F6A-A5E2C1489191}"/>
              </a:ext>
            </a:extLst>
          </p:cNvPr>
          <p:cNvSpPr/>
          <p:nvPr/>
        </p:nvSpPr>
        <p:spPr>
          <a:xfrm>
            <a:off x="-1" y="2488517"/>
            <a:ext cx="2600326" cy="1436355"/>
          </a:xfrm>
          <a:prstGeom prst="rect">
            <a:avLst/>
          </a:prstGeom>
        </p:spPr>
        <p:txBody>
          <a:bodyPr wrap="square">
            <a:spAutoFit/>
          </a:bodyPr>
          <a:lstStyle/>
          <a:p>
            <a:pPr algn="ctr">
              <a:lnSpc>
                <a:spcPts val="4200"/>
              </a:lnSpc>
            </a:pPr>
            <a:r>
              <a:rPr lang="es-ES" sz="25000" dirty="0">
                <a:solidFill>
                  <a:schemeClr val="bg1">
                    <a:alpha val="50000"/>
                  </a:schemeClr>
                </a:solidFill>
                <a:latin typeface="DM Serif Display" pitchFamily="2" charset="0"/>
                <a:ea typeface="Times New Roman" panose="02020603050405020304" pitchFamily="18" charset="0"/>
                <a:cs typeface="Times New Roman" panose="02020603050405020304" pitchFamily="18" charset="0"/>
              </a:rPr>
              <a:t>1</a:t>
            </a:r>
            <a:endParaRPr lang="es-ES" sz="25000" dirty="0">
              <a:solidFill>
                <a:schemeClr val="bg1">
                  <a:alpha val="50000"/>
                </a:schemeClr>
              </a:solidFill>
              <a:latin typeface="DM Serif Display" pitchFamily="2" charset="0"/>
            </a:endParaRPr>
          </a:p>
        </p:txBody>
      </p:sp>
      <p:sp>
        <p:nvSpPr>
          <p:cNvPr id="12" name="Rectángulo 11">
            <a:extLst>
              <a:ext uri="{FF2B5EF4-FFF2-40B4-BE49-F238E27FC236}">
                <a16:creationId xmlns:a16="http://schemas.microsoft.com/office/drawing/2014/main" id="{02CD379A-46E8-C541-B9EF-6F680410F2FC}"/>
              </a:ext>
            </a:extLst>
          </p:cNvPr>
          <p:cNvSpPr/>
          <p:nvPr/>
        </p:nvSpPr>
        <p:spPr>
          <a:xfrm>
            <a:off x="3116010" y="4903021"/>
            <a:ext cx="8456865" cy="1814471"/>
          </a:xfrm>
          <a:prstGeom prst="rect">
            <a:avLst/>
          </a:prstGeom>
        </p:spPr>
        <p:txBody>
          <a:bodyPr wrap="square">
            <a:spAutoFit/>
          </a:bodyPr>
          <a:lstStyle/>
          <a:p>
            <a:pPr>
              <a:lnSpc>
                <a:spcPct val="115000"/>
              </a:lnSpc>
            </a:pPr>
            <a:r>
              <a:rPr lang="es-ES" sz="1400" kern="0" dirty="0" err="1">
                <a:solidFill>
                  <a:schemeClr val="tx1">
                    <a:lumMod val="75000"/>
                    <a:lumOff val="25000"/>
                  </a:schemeClr>
                </a:solidFill>
                <a:latin typeface="Montserrat" pitchFamily="2" charset="77"/>
                <a:cs typeface="Times New Roman" panose="02020603050405020304" pitchFamily="18" charset="0"/>
              </a:rPr>
              <a:t>Lorem</a:t>
            </a:r>
            <a:r>
              <a:rPr lang="es-ES" sz="1400" kern="0" dirty="0">
                <a:solidFill>
                  <a:schemeClr val="tx1">
                    <a:lumMod val="75000"/>
                    <a:lumOff val="25000"/>
                  </a:schemeClr>
                </a:solidFill>
                <a:latin typeface="Montserrat" pitchFamily="2" charset="77"/>
                <a:cs typeface="Times New Roman" panose="02020603050405020304" pitchFamily="18" charset="0"/>
              </a:rPr>
              <a:t> </a:t>
            </a:r>
            <a:r>
              <a:rPr lang="es-ES" sz="1400" kern="0" dirty="0" err="1">
                <a:solidFill>
                  <a:schemeClr val="tx1">
                    <a:lumMod val="75000"/>
                    <a:lumOff val="25000"/>
                  </a:schemeClr>
                </a:solidFill>
                <a:latin typeface="Montserrat" pitchFamily="2" charset="77"/>
                <a:cs typeface="Times New Roman" panose="02020603050405020304" pitchFamily="18" charset="0"/>
              </a:rPr>
              <a:t>ipsum</a:t>
            </a:r>
            <a:r>
              <a:rPr lang="es-ES" sz="1400" kern="0" dirty="0">
                <a:solidFill>
                  <a:schemeClr val="tx1">
                    <a:lumMod val="75000"/>
                    <a:lumOff val="25000"/>
                  </a:schemeClr>
                </a:solidFill>
                <a:latin typeface="Montserrat" pitchFamily="2" charset="77"/>
                <a:cs typeface="Times New Roman" panose="02020603050405020304" pitchFamily="18" charset="0"/>
              </a:rPr>
              <a:t> dolor </a:t>
            </a:r>
            <a:r>
              <a:rPr lang="es-ES" sz="1400" kern="0" dirty="0" err="1">
                <a:solidFill>
                  <a:schemeClr val="tx1">
                    <a:lumMod val="75000"/>
                    <a:lumOff val="25000"/>
                  </a:schemeClr>
                </a:solidFill>
                <a:latin typeface="Montserrat" pitchFamily="2" charset="77"/>
                <a:cs typeface="Times New Roman" panose="02020603050405020304" pitchFamily="18" charset="0"/>
              </a:rPr>
              <a:t>sit</a:t>
            </a:r>
            <a:r>
              <a:rPr lang="es-ES" sz="1400" kern="0" dirty="0">
                <a:solidFill>
                  <a:schemeClr val="tx1">
                    <a:lumMod val="75000"/>
                    <a:lumOff val="25000"/>
                  </a:schemeClr>
                </a:solidFill>
                <a:latin typeface="Montserrat" pitchFamily="2" charset="77"/>
                <a:cs typeface="Times New Roman" panose="02020603050405020304" pitchFamily="18" charset="0"/>
              </a:rPr>
              <a:t> </a:t>
            </a:r>
            <a:r>
              <a:rPr lang="es-ES" sz="1400" kern="0" dirty="0" err="1">
                <a:solidFill>
                  <a:schemeClr val="tx1">
                    <a:lumMod val="75000"/>
                    <a:lumOff val="25000"/>
                  </a:schemeClr>
                </a:solidFill>
                <a:latin typeface="Montserrat" pitchFamily="2" charset="77"/>
                <a:cs typeface="Times New Roman" panose="02020603050405020304" pitchFamily="18" charset="0"/>
              </a:rPr>
              <a:t>amet</a:t>
            </a:r>
            <a:r>
              <a:rPr lang="es-ES" sz="1400" kern="0" dirty="0">
                <a:solidFill>
                  <a:schemeClr val="tx1">
                    <a:lumMod val="75000"/>
                    <a:lumOff val="25000"/>
                  </a:schemeClr>
                </a:solidFill>
                <a:latin typeface="Montserrat" pitchFamily="2" charset="77"/>
                <a:cs typeface="Times New Roman" panose="02020603050405020304" pitchFamily="18" charset="0"/>
              </a:rPr>
              <a:t>, </a:t>
            </a:r>
            <a:r>
              <a:rPr lang="es-ES" sz="1400" kern="0" dirty="0" err="1">
                <a:solidFill>
                  <a:schemeClr val="tx1">
                    <a:lumMod val="75000"/>
                    <a:lumOff val="25000"/>
                  </a:schemeClr>
                </a:solidFill>
                <a:latin typeface="Montserrat" pitchFamily="2" charset="77"/>
                <a:cs typeface="Times New Roman" panose="02020603050405020304" pitchFamily="18" charset="0"/>
              </a:rPr>
              <a:t>consectetur</a:t>
            </a:r>
            <a:r>
              <a:rPr lang="es-ES" sz="1400" kern="0" dirty="0">
                <a:solidFill>
                  <a:schemeClr val="tx1">
                    <a:lumMod val="75000"/>
                    <a:lumOff val="25000"/>
                  </a:schemeClr>
                </a:solidFill>
                <a:latin typeface="Montserrat" pitchFamily="2" charset="77"/>
                <a:cs typeface="Times New Roman" panose="02020603050405020304" pitchFamily="18" charset="0"/>
              </a:rPr>
              <a:t> </a:t>
            </a:r>
            <a:r>
              <a:rPr lang="es-ES" sz="1400" kern="0" dirty="0" err="1">
                <a:solidFill>
                  <a:schemeClr val="tx1">
                    <a:lumMod val="75000"/>
                    <a:lumOff val="25000"/>
                  </a:schemeClr>
                </a:solidFill>
                <a:latin typeface="Montserrat" pitchFamily="2" charset="77"/>
                <a:cs typeface="Times New Roman" panose="02020603050405020304" pitchFamily="18" charset="0"/>
              </a:rPr>
              <a:t>adipiscing</a:t>
            </a:r>
            <a:r>
              <a:rPr lang="es-ES" sz="1400" kern="0" dirty="0">
                <a:solidFill>
                  <a:schemeClr val="tx1">
                    <a:lumMod val="75000"/>
                    <a:lumOff val="25000"/>
                  </a:schemeClr>
                </a:solidFill>
                <a:latin typeface="Montserrat" pitchFamily="2" charset="77"/>
                <a:cs typeface="Times New Roman" panose="02020603050405020304" pitchFamily="18" charset="0"/>
              </a:rPr>
              <a:t> </a:t>
            </a:r>
            <a:r>
              <a:rPr lang="es-ES" sz="1400" kern="0" dirty="0" err="1">
                <a:solidFill>
                  <a:schemeClr val="tx1">
                    <a:lumMod val="75000"/>
                    <a:lumOff val="25000"/>
                  </a:schemeClr>
                </a:solidFill>
                <a:latin typeface="Montserrat" pitchFamily="2" charset="77"/>
                <a:cs typeface="Times New Roman" panose="02020603050405020304" pitchFamily="18" charset="0"/>
              </a:rPr>
              <a:t>elit</a:t>
            </a:r>
            <a:r>
              <a:rPr lang="es-ES" sz="1400" kern="0" dirty="0">
                <a:solidFill>
                  <a:schemeClr val="tx1">
                    <a:lumMod val="75000"/>
                    <a:lumOff val="25000"/>
                  </a:schemeClr>
                </a:solidFill>
                <a:latin typeface="Montserrat" pitchFamily="2" charset="77"/>
                <a:cs typeface="Times New Roman" panose="02020603050405020304" pitchFamily="18" charset="0"/>
              </a:rPr>
              <a:t>, sed do </a:t>
            </a:r>
            <a:r>
              <a:rPr lang="es-ES" sz="1400" kern="0" dirty="0" err="1">
                <a:solidFill>
                  <a:schemeClr val="tx1">
                    <a:lumMod val="75000"/>
                    <a:lumOff val="25000"/>
                  </a:schemeClr>
                </a:solidFill>
                <a:latin typeface="Montserrat" pitchFamily="2" charset="77"/>
                <a:cs typeface="Times New Roman" panose="02020603050405020304" pitchFamily="18" charset="0"/>
              </a:rPr>
              <a:t>eiusmod</a:t>
            </a:r>
            <a:r>
              <a:rPr lang="es-ES" sz="1400" kern="0" dirty="0">
                <a:solidFill>
                  <a:schemeClr val="tx1">
                    <a:lumMod val="75000"/>
                    <a:lumOff val="25000"/>
                  </a:schemeClr>
                </a:solidFill>
                <a:latin typeface="Montserrat" pitchFamily="2" charset="77"/>
                <a:cs typeface="Times New Roman" panose="02020603050405020304" pitchFamily="18" charset="0"/>
              </a:rPr>
              <a:t> </a:t>
            </a:r>
            <a:r>
              <a:rPr lang="es-ES" sz="1400" kern="0" dirty="0" err="1">
                <a:solidFill>
                  <a:schemeClr val="tx1">
                    <a:lumMod val="75000"/>
                    <a:lumOff val="25000"/>
                  </a:schemeClr>
                </a:solidFill>
                <a:latin typeface="Montserrat" pitchFamily="2" charset="77"/>
                <a:cs typeface="Times New Roman" panose="02020603050405020304" pitchFamily="18" charset="0"/>
              </a:rPr>
              <a:t>tempor</a:t>
            </a:r>
            <a:r>
              <a:rPr lang="es-ES" sz="1400" kern="0" dirty="0">
                <a:solidFill>
                  <a:schemeClr val="tx1">
                    <a:lumMod val="75000"/>
                    <a:lumOff val="25000"/>
                  </a:schemeClr>
                </a:solidFill>
                <a:latin typeface="Montserrat" pitchFamily="2" charset="77"/>
                <a:cs typeface="Times New Roman" panose="02020603050405020304" pitchFamily="18" charset="0"/>
              </a:rPr>
              <a:t> </a:t>
            </a:r>
            <a:r>
              <a:rPr lang="es-ES" sz="1400" kern="0" dirty="0" err="1">
                <a:solidFill>
                  <a:schemeClr val="tx1">
                    <a:lumMod val="75000"/>
                    <a:lumOff val="25000"/>
                  </a:schemeClr>
                </a:solidFill>
                <a:latin typeface="Montserrat" pitchFamily="2" charset="77"/>
                <a:cs typeface="Times New Roman" panose="02020603050405020304" pitchFamily="18" charset="0"/>
              </a:rPr>
              <a:t>incididunt</a:t>
            </a:r>
            <a:r>
              <a:rPr lang="es-ES" sz="1400" kern="0" dirty="0">
                <a:solidFill>
                  <a:schemeClr val="tx1">
                    <a:lumMod val="75000"/>
                    <a:lumOff val="25000"/>
                  </a:schemeClr>
                </a:solidFill>
                <a:latin typeface="Montserrat" pitchFamily="2" charset="77"/>
                <a:cs typeface="Times New Roman" panose="02020603050405020304" pitchFamily="18" charset="0"/>
              </a:rPr>
              <a:t> ut labore et </a:t>
            </a:r>
            <a:r>
              <a:rPr lang="es-ES" sz="1400" kern="0" dirty="0" err="1">
                <a:solidFill>
                  <a:schemeClr val="tx1">
                    <a:lumMod val="75000"/>
                    <a:lumOff val="25000"/>
                  </a:schemeClr>
                </a:solidFill>
                <a:latin typeface="Montserrat" pitchFamily="2" charset="77"/>
                <a:cs typeface="Times New Roman" panose="02020603050405020304" pitchFamily="18" charset="0"/>
              </a:rPr>
              <a:t>dolore</a:t>
            </a:r>
            <a:r>
              <a:rPr lang="es-ES" sz="1400" kern="0" dirty="0">
                <a:solidFill>
                  <a:schemeClr val="tx1">
                    <a:lumMod val="75000"/>
                    <a:lumOff val="25000"/>
                  </a:schemeClr>
                </a:solidFill>
                <a:latin typeface="Montserrat" pitchFamily="2" charset="77"/>
                <a:cs typeface="Times New Roman" panose="02020603050405020304" pitchFamily="18" charset="0"/>
              </a:rPr>
              <a:t> magna </a:t>
            </a:r>
            <a:r>
              <a:rPr lang="es-ES" sz="1400" kern="0" dirty="0" err="1">
                <a:solidFill>
                  <a:schemeClr val="tx1">
                    <a:lumMod val="75000"/>
                    <a:lumOff val="25000"/>
                  </a:schemeClr>
                </a:solidFill>
                <a:latin typeface="Montserrat" pitchFamily="2" charset="77"/>
                <a:cs typeface="Times New Roman" panose="02020603050405020304" pitchFamily="18" charset="0"/>
              </a:rPr>
              <a:t>aliqua</a:t>
            </a:r>
            <a:r>
              <a:rPr lang="es-ES" sz="1400" kern="0" dirty="0">
                <a:solidFill>
                  <a:schemeClr val="tx1">
                    <a:lumMod val="75000"/>
                    <a:lumOff val="25000"/>
                  </a:schemeClr>
                </a:solidFill>
                <a:latin typeface="Montserrat" pitchFamily="2" charset="77"/>
                <a:cs typeface="Times New Roman" panose="02020603050405020304" pitchFamily="18" charset="0"/>
              </a:rPr>
              <a:t>. Ut </a:t>
            </a:r>
            <a:r>
              <a:rPr lang="es-ES" sz="1400" kern="0" dirty="0" err="1">
                <a:solidFill>
                  <a:schemeClr val="tx1">
                    <a:lumMod val="75000"/>
                    <a:lumOff val="25000"/>
                  </a:schemeClr>
                </a:solidFill>
                <a:latin typeface="Montserrat" pitchFamily="2" charset="77"/>
                <a:cs typeface="Times New Roman" panose="02020603050405020304" pitchFamily="18" charset="0"/>
              </a:rPr>
              <a:t>enim</a:t>
            </a:r>
            <a:r>
              <a:rPr lang="es-ES" sz="1400" kern="0" dirty="0">
                <a:solidFill>
                  <a:schemeClr val="tx1">
                    <a:lumMod val="75000"/>
                    <a:lumOff val="25000"/>
                  </a:schemeClr>
                </a:solidFill>
                <a:latin typeface="Montserrat" pitchFamily="2" charset="77"/>
                <a:cs typeface="Times New Roman" panose="02020603050405020304" pitchFamily="18" charset="0"/>
              </a:rPr>
              <a:t> ad </a:t>
            </a:r>
            <a:r>
              <a:rPr lang="es-ES" sz="1400" kern="0" dirty="0" err="1">
                <a:solidFill>
                  <a:schemeClr val="tx1">
                    <a:lumMod val="75000"/>
                    <a:lumOff val="25000"/>
                  </a:schemeClr>
                </a:solidFill>
                <a:latin typeface="Montserrat" pitchFamily="2" charset="77"/>
                <a:cs typeface="Times New Roman" panose="02020603050405020304" pitchFamily="18" charset="0"/>
              </a:rPr>
              <a:t>minim</a:t>
            </a:r>
            <a:r>
              <a:rPr lang="es-ES" sz="1400" kern="0" dirty="0">
                <a:solidFill>
                  <a:schemeClr val="tx1">
                    <a:lumMod val="75000"/>
                    <a:lumOff val="25000"/>
                  </a:schemeClr>
                </a:solidFill>
                <a:latin typeface="Montserrat" pitchFamily="2" charset="77"/>
                <a:cs typeface="Times New Roman" panose="02020603050405020304" pitchFamily="18" charset="0"/>
              </a:rPr>
              <a:t> </a:t>
            </a:r>
            <a:r>
              <a:rPr lang="es-ES" sz="1400" kern="0" dirty="0" err="1">
                <a:solidFill>
                  <a:schemeClr val="tx1">
                    <a:lumMod val="75000"/>
                    <a:lumOff val="25000"/>
                  </a:schemeClr>
                </a:solidFill>
                <a:latin typeface="Montserrat" pitchFamily="2" charset="77"/>
                <a:cs typeface="Times New Roman" panose="02020603050405020304" pitchFamily="18" charset="0"/>
              </a:rPr>
              <a:t>veniam</a:t>
            </a:r>
            <a:r>
              <a:rPr lang="es-ES" sz="1400" kern="0" dirty="0">
                <a:solidFill>
                  <a:schemeClr val="tx1">
                    <a:lumMod val="75000"/>
                    <a:lumOff val="25000"/>
                  </a:schemeClr>
                </a:solidFill>
                <a:latin typeface="Montserrat" pitchFamily="2" charset="77"/>
                <a:cs typeface="Times New Roman" panose="02020603050405020304" pitchFamily="18" charset="0"/>
              </a:rPr>
              <a:t>, quis </a:t>
            </a:r>
            <a:r>
              <a:rPr lang="es-ES" sz="1400" kern="0" dirty="0" err="1">
                <a:solidFill>
                  <a:schemeClr val="tx1">
                    <a:lumMod val="75000"/>
                    <a:lumOff val="25000"/>
                  </a:schemeClr>
                </a:solidFill>
                <a:latin typeface="Montserrat" pitchFamily="2" charset="77"/>
                <a:cs typeface="Times New Roman" panose="02020603050405020304" pitchFamily="18" charset="0"/>
              </a:rPr>
              <a:t>nostrud</a:t>
            </a:r>
            <a:r>
              <a:rPr lang="es-ES" sz="1400" kern="0" dirty="0">
                <a:solidFill>
                  <a:schemeClr val="tx1">
                    <a:lumMod val="75000"/>
                    <a:lumOff val="25000"/>
                  </a:schemeClr>
                </a:solidFill>
                <a:latin typeface="Montserrat" pitchFamily="2" charset="77"/>
                <a:cs typeface="Times New Roman" panose="02020603050405020304" pitchFamily="18" charset="0"/>
              </a:rPr>
              <a:t> </a:t>
            </a:r>
            <a:r>
              <a:rPr lang="es-ES" sz="1400" kern="0" dirty="0" err="1">
                <a:solidFill>
                  <a:schemeClr val="tx1">
                    <a:lumMod val="75000"/>
                    <a:lumOff val="25000"/>
                  </a:schemeClr>
                </a:solidFill>
                <a:latin typeface="Montserrat" pitchFamily="2" charset="77"/>
                <a:cs typeface="Times New Roman" panose="02020603050405020304" pitchFamily="18" charset="0"/>
              </a:rPr>
              <a:t>exercitation</a:t>
            </a:r>
            <a:r>
              <a:rPr lang="es-ES" sz="1400" kern="0" dirty="0">
                <a:solidFill>
                  <a:schemeClr val="tx1">
                    <a:lumMod val="75000"/>
                    <a:lumOff val="25000"/>
                  </a:schemeClr>
                </a:solidFill>
                <a:latin typeface="Montserrat" pitchFamily="2" charset="77"/>
                <a:cs typeface="Times New Roman" panose="02020603050405020304" pitchFamily="18" charset="0"/>
              </a:rPr>
              <a:t> </a:t>
            </a:r>
            <a:r>
              <a:rPr lang="es-ES" sz="1400" kern="0" dirty="0" err="1">
                <a:solidFill>
                  <a:schemeClr val="tx1">
                    <a:lumMod val="75000"/>
                    <a:lumOff val="25000"/>
                  </a:schemeClr>
                </a:solidFill>
                <a:latin typeface="Montserrat" pitchFamily="2" charset="77"/>
                <a:cs typeface="Times New Roman" panose="02020603050405020304" pitchFamily="18" charset="0"/>
              </a:rPr>
              <a:t>ullamco</a:t>
            </a:r>
            <a:r>
              <a:rPr lang="es-ES" sz="1400" kern="0" dirty="0">
                <a:solidFill>
                  <a:schemeClr val="tx1">
                    <a:lumMod val="75000"/>
                    <a:lumOff val="25000"/>
                  </a:schemeClr>
                </a:solidFill>
                <a:latin typeface="Montserrat" pitchFamily="2" charset="77"/>
                <a:cs typeface="Times New Roman" panose="02020603050405020304" pitchFamily="18" charset="0"/>
              </a:rPr>
              <a:t> </a:t>
            </a:r>
            <a:r>
              <a:rPr lang="es-ES" sz="1400" kern="0" dirty="0" err="1">
                <a:solidFill>
                  <a:schemeClr val="tx1">
                    <a:lumMod val="75000"/>
                    <a:lumOff val="25000"/>
                  </a:schemeClr>
                </a:solidFill>
                <a:latin typeface="Montserrat" pitchFamily="2" charset="77"/>
                <a:cs typeface="Times New Roman" panose="02020603050405020304" pitchFamily="18" charset="0"/>
              </a:rPr>
              <a:t>laboris</a:t>
            </a:r>
            <a:r>
              <a:rPr lang="es-ES" sz="1400" kern="0" dirty="0">
                <a:solidFill>
                  <a:schemeClr val="tx1">
                    <a:lumMod val="75000"/>
                    <a:lumOff val="25000"/>
                  </a:schemeClr>
                </a:solidFill>
                <a:latin typeface="Montserrat" pitchFamily="2" charset="77"/>
                <a:cs typeface="Times New Roman" panose="02020603050405020304" pitchFamily="18" charset="0"/>
              </a:rPr>
              <a:t> </a:t>
            </a:r>
            <a:r>
              <a:rPr lang="es-ES" sz="1400" kern="0" dirty="0" err="1">
                <a:solidFill>
                  <a:schemeClr val="tx1">
                    <a:lumMod val="75000"/>
                    <a:lumOff val="25000"/>
                  </a:schemeClr>
                </a:solidFill>
                <a:latin typeface="Montserrat" pitchFamily="2" charset="77"/>
                <a:cs typeface="Times New Roman" panose="02020603050405020304" pitchFamily="18" charset="0"/>
              </a:rPr>
              <a:t>nisi</a:t>
            </a:r>
            <a:r>
              <a:rPr lang="es-ES" sz="1400" kern="0" dirty="0">
                <a:solidFill>
                  <a:schemeClr val="tx1">
                    <a:lumMod val="75000"/>
                    <a:lumOff val="25000"/>
                  </a:schemeClr>
                </a:solidFill>
                <a:latin typeface="Montserrat" pitchFamily="2" charset="77"/>
                <a:cs typeface="Times New Roman" panose="02020603050405020304" pitchFamily="18" charset="0"/>
              </a:rPr>
              <a:t> ut </a:t>
            </a:r>
            <a:r>
              <a:rPr lang="es-ES" sz="1400" kern="0" dirty="0" err="1">
                <a:solidFill>
                  <a:schemeClr val="tx1">
                    <a:lumMod val="75000"/>
                    <a:lumOff val="25000"/>
                  </a:schemeClr>
                </a:solidFill>
                <a:latin typeface="Montserrat" pitchFamily="2" charset="77"/>
                <a:cs typeface="Times New Roman" panose="02020603050405020304" pitchFamily="18" charset="0"/>
              </a:rPr>
              <a:t>aliquip</a:t>
            </a:r>
            <a:r>
              <a:rPr lang="es-ES" sz="1400" kern="0" dirty="0">
                <a:solidFill>
                  <a:schemeClr val="tx1">
                    <a:lumMod val="75000"/>
                    <a:lumOff val="25000"/>
                  </a:schemeClr>
                </a:solidFill>
                <a:latin typeface="Montserrat" pitchFamily="2" charset="77"/>
                <a:cs typeface="Times New Roman" panose="02020603050405020304" pitchFamily="18" charset="0"/>
              </a:rPr>
              <a:t> ex </a:t>
            </a:r>
            <a:r>
              <a:rPr lang="es-ES" sz="1400" kern="0" dirty="0" err="1">
                <a:solidFill>
                  <a:schemeClr val="tx1">
                    <a:lumMod val="75000"/>
                    <a:lumOff val="25000"/>
                  </a:schemeClr>
                </a:solidFill>
                <a:latin typeface="Montserrat" pitchFamily="2" charset="77"/>
                <a:cs typeface="Times New Roman" panose="02020603050405020304" pitchFamily="18" charset="0"/>
              </a:rPr>
              <a:t>ea</a:t>
            </a:r>
            <a:r>
              <a:rPr lang="es-ES" sz="1400" kern="0" dirty="0">
                <a:solidFill>
                  <a:schemeClr val="tx1">
                    <a:lumMod val="75000"/>
                    <a:lumOff val="25000"/>
                  </a:schemeClr>
                </a:solidFill>
                <a:latin typeface="Montserrat" pitchFamily="2" charset="77"/>
                <a:cs typeface="Times New Roman" panose="02020603050405020304" pitchFamily="18" charset="0"/>
              </a:rPr>
              <a:t> commodo </a:t>
            </a:r>
            <a:r>
              <a:rPr lang="es-ES" sz="1400" kern="0" dirty="0" err="1">
                <a:solidFill>
                  <a:schemeClr val="tx1">
                    <a:lumMod val="75000"/>
                    <a:lumOff val="25000"/>
                  </a:schemeClr>
                </a:solidFill>
                <a:latin typeface="Montserrat" pitchFamily="2" charset="77"/>
                <a:cs typeface="Times New Roman" panose="02020603050405020304" pitchFamily="18" charset="0"/>
              </a:rPr>
              <a:t>consequat</a:t>
            </a:r>
            <a:r>
              <a:rPr lang="es-ES" sz="1400" kern="0" dirty="0">
                <a:solidFill>
                  <a:schemeClr val="tx1">
                    <a:lumMod val="75000"/>
                    <a:lumOff val="25000"/>
                  </a:schemeClr>
                </a:solidFill>
                <a:latin typeface="Montserrat" pitchFamily="2" charset="77"/>
                <a:cs typeface="Times New Roman" panose="02020603050405020304" pitchFamily="18" charset="0"/>
              </a:rPr>
              <a:t>. </a:t>
            </a:r>
            <a:r>
              <a:rPr lang="es-ES" sz="1400" kern="0" dirty="0" err="1">
                <a:solidFill>
                  <a:schemeClr val="tx1">
                    <a:lumMod val="75000"/>
                    <a:lumOff val="25000"/>
                  </a:schemeClr>
                </a:solidFill>
                <a:latin typeface="Montserrat" pitchFamily="2" charset="77"/>
                <a:cs typeface="Times New Roman" panose="02020603050405020304" pitchFamily="18" charset="0"/>
              </a:rPr>
              <a:t>Duis</a:t>
            </a:r>
            <a:r>
              <a:rPr lang="es-ES" sz="1400" kern="0" dirty="0">
                <a:solidFill>
                  <a:schemeClr val="tx1">
                    <a:lumMod val="75000"/>
                    <a:lumOff val="25000"/>
                  </a:schemeClr>
                </a:solidFill>
                <a:latin typeface="Montserrat" pitchFamily="2" charset="77"/>
                <a:cs typeface="Times New Roman" panose="02020603050405020304" pitchFamily="18" charset="0"/>
              </a:rPr>
              <a:t> </a:t>
            </a:r>
            <a:r>
              <a:rPr lang="es-ES" sz="1400" kern="0" dirty="0" err="1">
                <a:solidFill>
                  <a:schemeClr val="tx1">
                    <a:lumMod val="75000"/>
                    <a:lumOff val="25000"/>
                  </a:schemeClr>
                </a:solidFill>
                <a:latin typeface="Montserrat" pitchFamily="2" charset="77"/>
                <a:cs typeface="Times New Roman" panose="02020603050405020304" pitchFamily="18" charset="0"/>
              </a:rPr>
              <a:t>aute</a:t>
            </a:r>
            <a:r>
              <a:rPr lang="es-ES" sz="1400" kern="0" dirty="0">
                <a:solidFill>
                  <a:schemeClr val="tx1">
                    <a:lumMod val="75000"/>
                    <a:lumOff val="25000"/>
                  </a:schemeClr>
                </a:solidFill>
                <a:latin typeface="Montserrat" pitchFamily="2" charset="77"/>
                <a:cs typeface="Times New Roman" panose="02020603050405020304" pitchFamily="18" charset="0"/>
              </a:rPr>
              <a:t> </a:t>
            </a:r>
            <a:r>
              <a:rPr lang="es-ES" sz="1400" kern="0" dirty="0" err="1">
                <a:solidFill>
                  <a:schemeClr val="tx1">
                    <a:lumMod val="75000"/>
                    <a:lumOff val="25000"/>
                  </a:schemeClr>
                </a:solidFill>
                <a:latin typeface="Montserrat" pitchFamily="2" charset="77"/>
                <a:cs typeface="Times New Roman" panose="02020603050405020304" pitchFamily="18" charset="0"/>
              </a:rPr>
              <a:t>irure</a:t>
            </a:r>
            <a:r>
              <a:rPr lang="es-ES" sz="1400" kern="0" dirty="0">
                <a:solidFill>
                  <a:schemeClr val="tx1">
                    <a:lumMod val="75000"/>
                    <a:lumOff val="25000"/>
                  </a:schemeClr>
                </a:solidFill>
                <a:latin typeface="Montserrat" pitchFamily="2" charset="77"/>
                <a:cs typeface="Times New Roman" panose="02020603050405020304" pitchFamily="18" charset="0"/>
              </a:rPr>
              <a:t> dolor in </a:t>
            </a:r>
            <a:r>
              <a:rPr lang="es-ES" sz="1400" kern="0" dirty="0" err="1">
                <a:solidFill>
                  <a:schemeClr val="tx1">
                    <a:lumMod val="75000"/>
                    <a:lumOff val="25000"/>
                  </a:schemeClr>
                </a:solidFill>
                <a:latin typeface="Montserrat" pitchFamily="2" charset="77"/>
                <a:cs typeface="Times New Roman" panose="02020603050405020304" pitchFamily="18" charset="0"/>
              </a:rPr>
              <a:t>reprehenderit</a:t>
            </a:r>
            <a:r>
              <a:rPr lang="es-ES" sz="1400" kern="0" dirty="0">
                <a:solidFill>
                  <a:schemeClr val="tx1">
                    <a:lumMod val="75000"/>
                    <a:lumOff val="25000"/>
                  </a:schemeClr>
                </a:solidFill>
                <a:latin typeface="Montserrat" pitchFamily="2" charset="77"/>
                <a:cs typeface="Times New Roman" panose="02020603050405020304" pitchFamily="18" charset="0"/>
              </a:rPr>
              <a:t> in </a:t>
            </a:r>
            <a:r>
              <a:rPr lang="es-ES" sz="1400" kern="0" dirty="0" err="1">
                <a:solidFill>
                  <a:schemeClr val="tx1">
                    <a:lumMod val="75000"/>
                    <a:lumOff val="25000"/>
                  </a:schemeClr>
                </a:solidFill>
                <a:latin typeface="Montserrat" pitchFamily="2" charset="77"/>
                <a:cs typeface="Times New Roman" panose="02020603050405020304" pitchFamily="18" charset="0"/>
              </a:rPr>
              <a:t>voluptate</a:t>
            </a:r>
            <a:r>
              <a:rPr lang="es-ES" sz="1400" kern="0" dirty="0">
                <a:solidFill>
                  <a:schemeClr val="tx1">
                    <a:lumMod val="75000"/>
                    <a:lumOff val="25000"/>
                  </a:schemeClr>
                </a:solidFill>
                <a:latin typeface="Montserrat" pitchFamily="2" charset="77"/>
                <a:cs typeface="Times New Roman" panose="02020603050405020304" pitchFamily="18" charset="0"/>
              </a:rPr>
              <a:t> </a:t>
            </a:r>
            <a:r>
              <a:rPr lang="es-ES" sz="1400" kern="0" dirty="0" err="1">
                <a:solidFill>
                  <a:schemeClr val="tx1">
                    <a:lumMod val="75000"/>
                    <a:lumOff val="25000"/>
                  </a:schemeClr>
                </a:solidFill>
                <a:latin typeface="Montserrat" pitchFamily="2" charset="77"/>
                <a:cs typeface="Times New Roman" panose="02020603050405020304" pitchFamily="18" charset="0"/>
              </a:rPr>
              <a:t>velit</a:t>
            </a:r>
            <a:r>
              <a:rPr lang="es-ES" sz="1400" kern="0" dirty="0">
                <a:solidFill>
                  <a:schemeClr val="tx1">
                    <a:lumMod val="75000"/>
                    <a:lumOff val="25000"/>
                  </a:schemeClr>
                </a:solidFill>
                <a:latin typeface="Montserrat" pitchFamily="2" charset="77"/>
                <a:cs typeface="Times New Roman" panose="02020603050405020304" pitchFamily="18" charset="0"/>
              </a:rPr>
              <a:t> </a:t>
            </a:r>
            <a:r>
              <a:rPr lang="es-ES" sz="1400" kern="0" dirty="0" err="1">
                <a:solidFill>
                  <a:schemeClr val="tx1">
                    <a:lumMod val="75000"/>
                    <a:lumOff val="25000"/>
                  </a:schemeClr>
                </a:solidFill>
                <a:latin typeface="Montserrat" pitchFamily="2" charset="77"/>
                <a:cs typeface="Times New Roman" panose="02020603050405020304" pitchFamily="18" charset="0"/>
              </a:rPr>
              <a:t>esse</a:t>
            </a:r>
            <a:r>
              <a:rPr lang="es-ES" sz="1400" kern="0" dirty="0">
                <a:solidFill>
                  <a:schemeClr val="tx1">
                    <a:lumMod val="75000"/>
                    <a:lumOff val="25000"/>
                  </a:schemeClr>
                </a:solidFill>
                <a:latin typeface="Montserrat" pitchFamily="2" charset="77"/>
                <a:cs typeface="Times New Roman" panose="02020603050405020304" pitchFamily="18" charset="0"/>
              </a:rPr>
              <a:t> </a:t>
            </a:r>
            <a:r>
              <a:rPr lang="es-ES" sz="1400" kern="0" dirty="0" err="1">
                <a:solidFill>
                  <a:schemeClr val="tx1">
                    <a:lumMod val="75000"/>
                    <a:lumOff val="25000"/>
                  </a:schemeClr>
                </a:solidFill>
                <a:latin typeface="Montserrat" pitchFamily="2" charset="77"/>
                <a:cs typeface="Times New Roman" panose="02020603050405020304" pitchFamily="18" charset="0"/>
              </a:rPr>
              <a:t>cillum</a:t>
            </a:r>
            <a:r>
              <a:rPr lang="es-ES" sz="1400" kern="0" dirty="0">
                <a:solidFill>
                  <a:schemeClr val="tx1">
                    <a:lumMod val="75000"/>
                    <a:lumOff val="25000"/>
                  </a:schemeClr>
                </a:solidFill>
                <a:latin typeface="Montserrat" pitchFamily="2" charset="77"/>
                <a:cs typeface="Times New Roman" panose="02020603050405020304" pitchFamily="18" charset="0"/>
              </a:rPr>
              <a:t> </a:t>
            </a:r>
            <a:r>
              <a:rPr lang="es-ES" sz="1400" kern="0" dirty="0" err="1">
                <a:solidFill>
                  <a:schemeClr val="tx1">
                    <a:lumMod val="75000"/>
                    <a:lumOff val="25000"/>
                  </a:schemeClr>
                </a:solidFill>
                <a:latin typeface="Montserrat" pitchFamily="2" charset="77"/>
                <a:cs typeface="Times New Roman" panose="02020603050405020304" pitchFamily="18" charset="0"/>
              </a:rPr>
              <a:t>dolore</a:t>
            </a:r>
            <a:r>
              <a:rPr lang="es-ES" sz="1400" kern="0" dirty="0">
                <a:solidFill>
                  <a:schemeClr val="tx1">
                    <a:lumMod val="75000"/>
                    <a:lumOff val="25000"/>
                  </a:schemeClr>
                </a:solidFill>
                <a:latin typeface="Montserrat" pitchFamily="2" charset="77"/>
                <a:cs typeface="Times New Roman" panose="02020603050405020304" pitchFamily="18" charset="0"/>
              </a:rPr>
              <a:t> </a:t>
            </a:r>
            <a:r>
              <a:rPr lang="es-ES" sz="1400" kern="0" dirty="0" err="1">
                <a:solidFill>
                  <a:schemeClr val="tx1">
                    <a:lumMod val="75000"/>
                    <a:lumOff val="25000"/>
                  </a:schemeClr>
                </a:solidFill>
                <a:latin typeface="Montserrat" pitchFamily="2" charset="77"/>
                <a:cs typeface="Times New Roman" panose="02020603050405020304" pitchFamily="18" charset="0"/>
              </a:rPr>
              <a:t>eu</a:t>
            </a:r>
            <a:r>
              <a:rPr lang="es-ES" sz="1400" kern="0" dirty="0">
                <a:solidFill>
                  <a:schemeClr val="tx1">
                    <a:lumMod val="75000"/>
                    <a:lumOff val="25000"/>
                  </a:schemeClr>
                </a:solidFill>
                <a:latin typeface="Montserrat" pitchFamily="2" charset="77"/>
                <a:cs typeface="Times New Roman" panose="02020603050405020304" pitchFamily="18" charset="0"/>
              </a:rPr>
              <a:t> </a:t>
            </a:r>
            <a:r>
              <a:rPr lang="es-ES" sz="1400" kern="0" dirty="0" err="1">
                <a:solidFill>
                  <a:schemeClr val="tx1">
                    <a:lumMod val="75000"/>
                    <a:lumOff val="25000"/>
                  </a:schemeClr>
                </a:solidFill>
                <a:latin typeface="Montserrat" pitchFamily="2" charset="77"/>
                <a:cs typeface="Times New Roman" panose="02020603050405020304" pitchFamily="18" charset="0"/>
              </a:rPr>
              <a:t>fugiat</a:t>
            </a:r>
            <a:r>
              <a:rPr lang="es-ES" sz="1400" kern="0" dirty="0">
                <a:solidFill>
                  <a:schemeClr val="tx1">
                    <a:lumMod val="75000"/>
                    <a:lumOff val="25000"/>
                  </a:schemeClr>
                </a:solidFill>
                <a:latin typeface="Montserrat" pitchFamily="2" charset="77"/>
                <a:cs typeface="Times New Roman" panose="02020603050405020304" pitchFamily="18" charset="0"/>
              </a:rPr>
              <a:t> </a:t>
            </a:r>
            <a:r>
              <a:rPr lang="es-ES" sz="1400" kern="0" dirty="0" err="1">
                <a:solidFill>
                  <a:schemeClr val="tx1">
                    <a:lumMod val="75000"/>
                    <a:lumOff val="25000"/>
                  </a:schemeClr>
                </a:solidFill>
                <a:latin typeface="Montserrat" pitchFamily="2" charset="77"/>
                <a:cs typeface="Times New Roman" panose="02020603050405020304" pitchFamily="18" charset="0"/>
              </a:rPr>
              <a:t>nulla</a:t>
            </a:r>
            <a:r>
              <a:rPr lang="es-ES" sz="1400" kern="0" dirty="0">
                <a:solidFill>
                  <a:schemeClr val="tx1">
                    <a:lumMod val="75000"/>
                    <a:lumOff val="25000"/>
                  </a:schemeClr>
                </a:solidFill>
                <a:latin typeface="Montserrat" pitchFamily="2" charset="77"/>
                <a:cs typeface="Times New Roman" panose="02020603050405020304" pitchFamily="18" charset="0"/>
              </a:rPr>
              <a:t> </a:t>
            </a:r>
            <a:r>
              <a:rPr lang="es-ES" sz="1400" kern="0" dirty="0" err="1">
                <a:solidFill>
                  <a:schemeClr val="tx1">
                    <a:lumMod val="75000"/>
                    <a:lumOff val="25000"/>
                  </a:schemeClr>
                </a:solidFill>
                <a:latin typeface="Montserrat" pitchFamily="2" charset="77"/>
                <a:cs typeface="Times New Roman" panose="02020603050405020304" pitchFamily="18" charset="0"/>
              </a:rPr>
              <a:t>pariatur</a:t>
            </a:r>
            <a:r>
              <a:rPr lang="es-ES" sz="1400" kern="0" dirty="0">
                <a:solidFill>
                  <a:schemeClr val="tx1">
                    <a:lumMod val="75000"/>
                    <a:lumOff val="25000"/>
                  </a:schemeClr>
                </a:solidFill>
                <a:latin typeface="Montserrat" pitchFamily="2" charset="77"/>
                <a:cs typeface="Times New Roman" panose="02020603050405020304" pitchFamily="18" charset="0"/>
              </a:rPr>
              <a:t>. </a:t>
            </a:r>
            <a:r>
              <a:rPr lang="es-ES" sz="1400" kern="0" dirty="0" err="1">
                <a:solidFill>
                  <a:schemeClr val="tx1">
                    <a:lumMod val="75000"/>
                    <a:lumOff val="25000"/>
                  </a:schemeClr>
                </a:solidFill>
                <a:latin typeface="Montserrat" pitchFamily="2" charset="77"/>
                <a:cs typeface="Times New Roman" panose="02020603050405020304" pitchFamily="18" charset="0"/>
              </a:rPr>
              <a:t>Excepteur</a:t>
            </a:r>
            <a:r>
              <a:rPr lang="es-ES" sz="1400" kern="0" dirty="0">
                <a:solidFill>
                  <a:schemeClr val="tx1">
                    <a:lumMod val="75000"/>
                    <a:lumOff val="25000"/>
                  </a:schemeClr>
                </a:solidFill>
                <a:latin typeface="Montserrat" pitchFamily="2" charset="77"/>
                <a:cs typeface="Times New Roman" panose="02020603050405020304" pitchFamily="18" charset="0"/>
              </a:rPr>
              <a:t> </a:t>
            </a:r>
            <a:r>
              <a:rPr lang="es-ES" sz="1400" kern="0" dirty="0" err="1">
                <a:solidFill>
                  <a:schemeClr val="tx1">
                    <a:lumMod val="75000"/>
                    <a:lumOff val="25000"/>
                  </a:schemeClr>
                </a:solidFill>
                <a:latin typeface="Montserrat" pitchFamily="2" charset="77"/>
                <a:cs typeface="Times New Roman" panose="02020603050405020304" pitchFamily="18" charset="0"/>
              </a:rPr>
              <a:t>sint</a:t>
            </a:r>
            <a:r>
              <a:rPr lang="es-ES" sz="1400" kern="0" dirty="0">
                <a:solidFill>
                  <a:schemeClr val="tx1">
                    <a:lumMod val="75000"/>
                    <a:lumOff val="25000"/>
                  </a:schemeClr>
                </a:solidFill>
                <a:latin typeface="Montserrat" pitchFamily="2" charset="77"/>
                <a:cs typeface="Times New Roman" panose="02020603050405020304" pitchFamily="18" charset="0"/>
              </a:rPr>
              <a:t> </a:t>
            </a:r>
            <a:r>
              <a:rPr lang="es-ES" sz="1400" kern="0" dirty="0" err="1">
                <a:solidFill>
                  <a:schemeClr val="tx1">
                    <a:lumMod val="75000"/>
                    <a:lumOff val="25000"/>
                  </a:schemeClr>
                </a:solidFill>
                <a:latin typeface="Montserrat" pitchFamily="2" charset="77"/>
                <a:cs typeface="Times New Roman" panose="02020603050405020304" pitchFamily="18" charset="0"/>
              </a:rPr>
              <a:t>occaecat</a:t>
            </a:r>
            <a:r>
              <a:rPr lang="es-ES" sz="1400" kern="0" dirty="0">
                <a:solidFill>
                  <a:schemeClr val="tx1">
                    <a:lumMod val="75000"/>
                    <a:lumOff val="25000"/>
                  </a:schemeClr>
                </a:solidFill>
                <a:latin typeface="Montserrat" pitchFamily="2" charset="77"/>
                <a:cs typeface="Times New Roman" panose="02020603050405020304" pitchFamily="18" charset="0"/>
              </a:rPr>
              <a:t> </a:t>
            </a:r>
            <a:r>
              <a:rPr lang="es-ES" sz="1400" kern="0" dirty="0" err="1">
                <a:solidFill>
                  <a:schemeClr val="tx1">
                    <a:lumMod val="75000"/>
                    <a:lumOff val="25000"/>
                  </a:schemeClr>
                </a:solidFill>
                <a:latin typeface="Montserrat" pitchFamily="2" charset="77"/>
                <a:cs typeface="Times New Roman" panose="02020603050405020304" pitchFamily="18" charset="0"/>
              </a:rPr>
              <a:t>cupidatat</a:t>
            </a:r>
            <a:r>
              <a:rPr lang="es-ES" sz="1400" kern="0" dirty="0">
                <a:solidFill>
                  <a:schemeClr val="tx1">
                    <a:lumMod val="75000"/>
                    <a:lumOff val="25000"/>
                  </a:schemeClr>
                </a:solidFill>
                <a:latin typeface="Montserrat" pitchFamily="2" charset="77"/>
                <a:cs typeface="Times New Roman" panose="02020603050405020304" pitchFamily="18" charset="0"/>
              </a:rPr>
              <a:t> non </a:t>
            </a:r>
            <a:r>
              <a:rPr lang="es-ES" sz="1400" kern="0" dirty="0" err="1">
                <a:solidFill>
                  <a:schemeClr val="tx1">
                    <a:lumMod val="75000"/>
                    <a:lumOff val="25000"/>
                  </a:schemeClr>
                </a:solidFill>
                <a:latin typeface="Montserrat" pitchFamily="2" charset="77"/>
                <a:cs typeface="Times New Roman" panose="02020603050405020304" pitchFamily="18" charset="0"/>
              </a:rPr>
              <a:t>proident</a:t>
            </a:r>
            <a:r>
              <a:rPr lang="es-ES" sz="1400" kern="0" dirty="0">
                <a:solidFill>
                  <a:schemeClr val="tx1">
                    <a:lumMod val="75000"/>
                    <a:lumOff val="25000"/>
                  </a:schemeClr>
                </a:solidFill>
                <a:latin typeface="Montserrat" pitchFamily="2" charset="77"/>
                <a:cs typeface="Times New Roman" panose="02020603050405020304" pitchFamily="18" charset="0"/>
              </a:rPr>
              <a:t>, sunt in culpa qui </a:t>
            </a:r>
            <a:r>
              <a:rPr lang="es-ES" sz="1400" kern="0" dirty="0" err="1">
                <a:solidFill>
                  <a:schemeClr val="tx1">
                    <a:lumMod val="75000"/>
                    <a:lumOff val="25000"/>
                  </a:schemeClr>
                </a:solidFill>
                <a:latin typeface="Montserrat" pitchFamily="2" charset="77"/>
                <a:cs typeface="Times New Roman" panose="02020603050405020304" pitchFamily="18" charset="0"/>
              </a:rPr>
              <a:t>officia</a:t>
            </a:r>
            <a:r>
              <a:rPr lang="es-ES" sz="1400" kern="0" dirty="0">
                <a:solidFill>
                  <a:schemeClr val="tx1">
                    <a:lumMod val="75000"/>
                    <a:lumOff val="25000"/>
                  </a:schemeClr>
                </a:solidFill>
                <a:latin typeface="Montserrat" pitchFamily="2" charset="77"/>
                <a:cs typeface="Times New Roman" panose="02020603050405020304" pitchFamily="18" charset="0"/>
              </a:rPr>
              <a:t> </a:t>
            </a:r>
            <a:r>
              <a:rPr lang="es-ES" sz="1400" kern="0" dirty="0" err="1">
                <a:solidFill>
                  <a:schemeClr val="tx1">
                    <a:lumMod val="75000"/>
                    <a:lumOff val="25000"/>
                  </a:schemeClr>
                </a:solidFill>
                <a:latin typeface="Montserrat" pitchFamily="2" charset="77"/>
                <a:cs typeface="Times New Roman" panose="02020603050405020304" pitchFamily="18" charset="0"/>
              </a:rPr>
              <a:t>deserunt</a:t>
            </a:r>
            <a:r>
              <a:rPr lang="es-ES" sz="1400" kern="0" dirty="0">
                <a:solidFill>
                  <a:schemeClr val="tx1">
                    <a:lumMod val="75000"/>
                    <a:lumOff val="25000"/>
                  </a:schemeClr>
                </a:solidFill>
                <a:latin typeface="Montserrat" pitchFamily="2" charset="77"/>
                <a:cs typeface="Times New Roman" panose="02020603050405020304" pitchFamily="18" charset="0"/>
              </a:rPr>
              <a:t> </a:t>
            </a:r>
            <a:r>
              <a:rPr lang="es-ES" sz="1400" kern="0" dirty="0" err="1">
                <a:solidFill>
                  <a:schemeClr val="tx1">
                    <a:lumMod val="75000"/>
                    <a:lumOff val="25000"/>
                  </a:schemeClr>
                </a:solidFill>
                <a:latin typeface="Montserrat" pitchFamily="2" charset="77"/>
                <a:cs typeface="Times New Roman" panose="02020603050405020304" pitchFamily="18" charset="0"/>
              </a:rPr>
              <a:t>mollit</a:t>
            </a:r>
            <a:r>
              <a:rPr lang="es-ES" sz="1400" kern="0" dirty="0">
                <a:solidFill>
                  <a:schemeClr val="tx1">
                    <a:lumMod val="75000"/>
                    <a:lumOff val="25000"/>
                  </a:schemeClr>
                </a:solidFill>
                <a:latin typeface="Montserrat" pitchFamily="2" charset="77"/>
                <a:cs typeface="Times New Roman" panose="02020603050405020304" pitchFamily="18" charset="0"/>
              </a:rPr>
              <a:t> </a:t>
            </a:r>
            <a:r>
              <a:rPr lang="es-ES" sz="1400" kern="0" dirty="0" err="1">
                <a:solidFill>
                  <a:schemeClr val="tx1">
                    <a:lumMod val="75000"/>
                    <a:lumOff val="25000"/>
                  </a:schemeClr>
                </a:solidFill>
                <a:latin typeface="Montserrat" pitchFamily="2" charset="77"/>
                <a:cs typeface="Times New Roman" panose="02020603050405020304" pitchFamily="18" charset="0"/>
              </a:rPr>
              <a:t>anim</a:t>
            </a:r>
            <a:r>
              <a:rPr lang="es-ES" sz="1400" kern="0" dirty="0">
                <a:solidFill>
                  <a:schemeClr val="tx1">
                    <a:lumMod val="75000"/>
                    <a:lumOff val="25000"/>
                  </a:schemeClr>
                </a:solidFill>
                <a:latin typeface="Montserrat" pitchFamily="2" charset="77"/>
                <a:cs typeface="Times New Roman" panose="02020603050405020304" pitchFamily="18" charset="0"/>
              </a:rPr>
              <a:t> id </a:t>
            </a:r>
            <a:r>
              <a:rPr lang="es-ES" sz="1400" kern="0" dirty="0" err="1">
                <a:solidFill>
                  <a:schemeClr val="tx1">
                    <a:lumMod val="75000"/>
                    <a:lumOff val="25000"/>
                  </a:schemeClr>
                </a:solidFill>
                <a:latin typeface="Montserrat" pitchFamily="2" charset="77"/>
                <a:cs typeface="Times New Roman" panose="02020603050405020304" pitchFamily="18" charset="0"/>
              </a:rPr>
              <a:t>est</a:t>
            </a:r>
            <a:r>
              <a:rPr lang="es-ES" sz="1400" kern="0" dirty="0">
                <a:solidFill>
                  <a:schemeClr val="tx1">
                    <a:lumMod val="75000"/>
                    <a:lumOff val="25000"/>
                  </a:schemeClr>
                </a:solidFill>
                <a:latin typeface="Montserrat" pitchFamily="2" charset="77"/>
                <a:cs typeface="Times New Roman" panose="02020603050405020304" pitchFamily="18" charset="0"/>
              </a:rPr>
              <a:t> </a:t>
            </a:r>
            <a:r>
              <a:rPr lang="es-ES" sz="1400" kern="0" dirty="0" err="1">
                <a:solidFill>
                  <a:schemeClr val="tx1">
                    <a:lumMod val="75000"/>
                    <a:lumOff val="25000"/>
                  </a:schemeClr>
                </a:solidFill>
                <a:latin typeface="Montserrat" pitchFamily="2" charset="77"/>
                <a:cs typeface="Times New Roman" panose="02020603050405020304" pitchFamily="18" charset="0"/>
              </a:rPr>
              <a:t>laborum</a:t>
            </a:r>
            <a:r>
              <a:rPr lang="es-ES" sz="1400" kern="0" dirty="0">
                <a:solidFill>
                  <a:schemeClr val="tx1">
                    <a:lumMod val="75000"/>
                    <a:lumOff val="25000"/>
                  </a:schemeClr>
                </a:solidFill>
                <a:latin typeface="Montserrat" pitchFamily="2" charset="77"/>
                <a:cs typeface="Times New Roman" panose="02020603050405020304" pitchFamily="18" charset="0"/>
              </a:rPr>
              <a:t>.</a:t>
            </a:r>
          </a:p>
          <a:p>
            <a:pPr>
              <a:lnSpc>
                <a:spcPct val="115000"/>
              </a:lnSpc>
              <a:spcAft>
                <a:spcPts val="0"/>
              </a:spcAft>
            </a:pPr>
            <a:endParaRPr lang="es-ES" sz="1400" kern="100" dirty="0">
              <a:solidFill>
                <a:schemeClr val="tx1">
                  <a:lumMod val="75000"/>
                  <a:lumOff val="25000"/>
                </a:schemeClr>
              </a:solidFill>
              <a:effectLst/>
              <a:latin typeface="Aptos"/>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2629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ángulo 11">
            <a:extLst>
              <a:ext uri="{FF2B5EF4-FFF2-40B4-BE49-F238E27FC236}">
                <a16:creationId xmlns:a16="http://schemas.microsoft.com/office/drawing/2014/main" id="{51C9942B-0A87-DD42-BC8A-4FE73ECEC448}"/>
              </a:ext>
            </a:extLst>
          </p:cNvPr>
          <p:cNvSpPr/>
          <p:nvPr/>
        </p:nvSpPr>
        <p:spPr>
          <a:xfrm>
            <a:off x="398584" y="1905696"/>
            <a:ext cx="4833816" cy="1924116"/>
          </a:xfrm>
          <a:prstGeom prst="rect">
            <a:avLst/>
          </a:prstGeom>
        </p:spPr>
        <p:txBody>
          <a:bodyPr wrap="square" anchor="t">
            <a:spAutoFit/>
          </a:bodyPr>
          <a:lstStyle/>
          <a:p>
            <a:pPr marL="15875">
              <a:lnSpc>
                <a:spcPts val="1600"/>
              </a:lnSpc>
              <a:spcAft>
                <a:spcPts val="0"/>
              </a:spcAft>
              <a:buClr>
                <a:srgbClr val="00325C"/>
              </a:buClr>
              <a:buSzPct val="100000"/>
            </a:pPr>
            <a:r>
              <a:rPr lang="es-ES" sz="1150" b="1" kern="0" dirty="0">
                <a:solidFill>
                  <a:schemeClr val="bg1"/>
                </a:solidFill>
                <a:latin typeface="Montserrat SemiBold" pitchFamily="2" charset="77"/>
                <a:cs typeface="Times New Roman" panose="02020603050405020304" pitchFamily="18" charset="0"/>
              </a:rPr>
              <a:t>Turismo nacional  </a:t>
            </a:r>
          </a:p>
          <a:p>
            <a:pPr marL="15875">
              <a:lnSpc>
                <a:spcPts val="1600"/>
              </a:lnSpc>
              <a:spcAft>
                <a:spcPts val="0"/>
              </a:spcAft>
            </a:pPr>
            <a:r>
              <a:rPr lang="es-ES" sz="1150" kern="0" dirty="0" err="1">
                <a:solidFill>
                  <a:schemeClr val="bg1"/>
                </a:solidFill>
                <a:latin typeface="Montserrat" pitchFamily="2" charset="77"/>
                <a:cs typeface="Times New Roman" panose="02020603050405020304" pitchFamily="18" charset="0"/>
              </a:rPr>
              <a:t>Lorem</a:t>
            </a:r>
            <a:r>
              <a:rPr lang="es-ES" sz="1150" kern="0" dirty="0">
                <a:solidFill>
                  <a:schemeClr val="bg1"/>
                </a:solidFill>
                <a:latin typeface="Montserrat" pitchFamily="2" charset="77"/>
                <a:cs typeface="Times New Roman" panose="02020603050405020304" pitchFamily="18" charset="0"/>
              </a:rPr>
              <a:t> </a:t>
            </a:r>
            <a:r>
              <a:rPr lang="es-ES" sz="1150" kern="0" dirty="0" err="1">
                <a:solidFill>
                  <a:schemeClr val="bg1"/>
                </a:solidFill>
                <a:latin typeface="Montserrat" pitchFamily="2" charset="77"/>
                <a:cs typeface="Times New Roman" panose="02020603050405020304" pitchFamily="18" charset="0"/>
              </a:rPr>
              <a:t>ipsum</a:t>
            </a:r>
            <a:r>
              <a:rPr lang="es-ES" sz="1150" kern="0" dirty="0">
                <a:solidFill>
                  <a:schemeClr val="bg1"/>
                </a:solidFill>
                <a:latin typeface="Montserrat" pitchFamily="2" charset="77"/>
                <a:cs typeface="Times New Roman" panose="02020603050405020304" pitchFamily="18" charset="0"/>
              </a:rPr>
              <a:t> dolor </a:t>
            </a:r>
            <a:r>
              <a:rPr lang="es-ES" sz="1150" kern="0" dirty="0" err="1">
                <a:solidFill>
                  <a:schemeClr val="bg1"/>
                </a:solidFill>
                <a:latin typeface="Montserrat" pitchFamily="2" charset="77"/>
                <a:cs typeface="Times New Roman" panose="02020603050405020304" pitchFamily="18" charset="0"/>
              </a:rPr>
              <a:t>sit</a:t>
            </a:r>
            <a:r>
              <a:rPr lang="es-ES" sz="1150" kern="0" dirty="0">
                <a:solidFill>
                  <a:schemeClr val="bg1"/>
                </a:solidFill>
                <a:latin typeface="Montserrat" pitchFamily="2" charset="77"/>
                <a:cs typeface="Times New Roman" panose="02020603050405020304" pitchFamily="18" charset="0"/>
              </a:rPr>
              <a:t> </a:t>
            </a:r>
            <a:r>
              <a:rPr lang="es-ES" sz="1150" kern="0" dirty="0" err="1">
                <a:solidFill>
                  <a:schemeClr val="bg1"/>
                </a:solidFill>
                <a:latin typeface="Montserrat" pitchFamily="2" charset="77"/>
                <a:cs typeface="Times New Roman" panose="02020603050405020304" pitchFamily="18" charset="0"/>
              </a:rPr>
              <a:t>amet</a:t>
            </a:r>
            <a:r>
              <a:rPr lang="es-ES" sz="1150" kern="0" dirty="0">
                <a:solidFill>
                  <a:schemeClr val="bg1"/>
                </a:solidFill>
                <a:latin typeface="Montserrat" pitchFamily="2" charset="77"/>
                <a:cs typeface="Times New Roman" panose="02020603050405020304" pitchFamily="18" charset="0"/>
              </a:rPr>
              <a:t>, </a:t>
            </a:r>
            <a:r>
              <a:rPr lang="es-ES" sz="1150" kern="0" dirty="0" err="1">
                <a:solidFill>
                  <a:schemeClr val="bg1"/>
                </a:solidFill>
                <a:latin typeface="Montserrat" pitchFamily="2" charset="77"/>
                <a:cs typeface="Times New Roman" panose="02020603050405020304" pitchFamily="18" charset="0"/>
              </a:rPr>
              <a:t>consectetur</a:t>
            </a:r>
            <a:r>
              <a:rPr lang="es-ES" sz="1150" kern="0" dirty="0">
                <a:solidFill>
                  <a:schemeClr val="bg1"/>
                </a:solidFill>
                <a:latin typeface="Montserrat" pitchFamily="2" charset="77"/>
                <a:cs typeface="Times New Roman" panose="02020603050405020304" pitchFamily="18" charset="0"/>
              </a:rPr>
              <a:t> </a:t>
            </a:r>
            <a:r>
              <a:rPr lang="es-ES" sz="1150" kern="0" dirty="0" err="1">
                <a:solidFill>
                  <a:schemeClr val="bg1"/>
                </a:solidFill>
                <a:latin typeface="Montserrat" pitchFamily="2" charset="77"/>
                <a:cs typeface="Times New Roman" panose="02020603050405020304" pitchFamily="18" charset="0"/>
              </a:rPr>
              <a:t>adipiscing</a:t>
            </a:r>
            <a:r>
              <a:rPr lang="es-ES" sz="1150" kern="0" dirty="0">
                <a:solidFill>
                  <a:schemeClr val="bg1"/>
                </a:solidFill>
                <a:latin typeface="Montserrat" pitchFamily="2" charset="77"/>
                <a:cs typeface="Times New Roman" panose="02020603050405020304" pitchFamily="18" charset="0"/>
              </a:rPr>
              <a:t> </a:t>
            </a:r>
            <a:r>
              <a:rPr lang="es-ES" sz="1150" kern="0" dirty="0" err="1">
                <a:solidFill>
                  <a:schemeClr val="bg1"/>
                </a:solidFill>
                <a:latin typeface="Montserrat" pitchFamily="2" charset="77"/>
                <a:cs typeface="Times New Roman" panose="02020603050405020304" pitchFamily="18" charset="0"/>
              </a:rPr>
              <a:t>elit</a:t>
            </a:r>
            <a:r>
              <a:rPr lang="es-ES" sz="1150" kern="0" dirty="0">
                <a:solidFill>
                  <a:schemeClr val="bg1"/>
                </a:solidFill>
                <a:latin typeface="Montserrat" pitchFamily="2" charset="77"/>
                <a:cs typeface="Times New Roman" panose="02020603050405020304" pitchFamily="18" charset="0"/>
              </a:rPr>
              <a:t>, sed do </a:t>
            </a:r>
            <a:r>
              <a:rPr lang="es-ES" sz="1150" kern="0" dirty="0" err="1">
                <a:solidFill>
                  <a:schemeClr val="bg1"/>
                </a:solidFill>
                <a:latin typeface="Montserrat" pitchFamily="2" charset="77"/>
                <a:cs typeface="Times New Roman" panose="02020603050405020304" pitchFamily="18" charset="0"/>
              </a:rPr>
              <a:t>eiusmod</a:t>
            </a:r>
            <a:r>
              <a:rPr lang="es-ES" sz="1150" kern="0" dirty="0">
                <a:solidFill>
                  <a:schemeClr val="bg1"/>
                </a:solidFill>
                <a:latin typeface="Montserrat" pitchFamily="2" charset="77"/>
                <a:cs typeface="Times New Roman" panose="02020603050405020304" pitchFamily="18" charset="0"/>
              </a:rPr>
              <a:t> </a:t>
            </a:r>
            <a:r>
              <a:rPr lang="es-ES" sz="1150" kern="0" dirty="0" err="1">
                <a:solidFill>
                  <a:schemeClr val="bg1"/>
                </a:solidFill>
                <a:latin typeface="Montserrat" pitchFamily="2" charset="77"/>
                <a:cs typeface="Times New Roman" panose="02020603050405020304" pitchFamily="18" charset="0"/>
              </a:rPr>
              <a:t>tempor</a:t>
            </a:r>
            <a:r>
              <a:rPr lang="es-ES" sz="1150" kern="0" dirty="0">
                <a:solidFill>
                  <a:schemeClr val="bg1"/>
                </a:solidFill>
                <a:latin typeface="Montserrat" pitchFamily="2" charset="77"/>
                <a:cs typeface="Times New Roman" panose="02020603050405020304" pitchFamily="18" charset="0"/>
              </a:rPr>
              <a:t> </a:t>
            </a:r>
            <a:r>
              <a:rPr lang="es-ES" sz="1150" kern="0" dirty="0" err="1">
                <a:solidFill>
                  <a:schemeClr val="bg1"/>
                </a:solidFill>
                <a:latin typeface="Montserrat" pitchFamily="2" charset="77"/>
                <a:cs typeface="Times New Roman" panose="02020603050405020304" pitchFamily="18" charset="0"/>
              </a:rPr>
              <a:t>incididunt</a:t>
            </a:r>
            <a:r>
              <a:rPr lang="es-ES" sz="1150" kern="0" dirty="0">
                <a:solidFill>
                  <a:schemeClr val="bg1"/>
                </a:solidFill>
                <a:latin typeface="Montserrat" pitchFamily="2" charset="77"/>
                <a:cs typeface="Times New Roman" panose="02020603050405020304" pitchFamily="18" charset="0"/>
              </a:rPr>
              <a:t> ut labore et </a:t>
            </a:r>
            <a:r>
              <a:rPr lang="es-ES" sz="1150" kern="0" dirty="0" err="1">
                <a:solidFill>
                  <a:schemeClr val="bg1"/>
                </a:solidFill>
                <a:latin typeface="Montserrat" pitchFamily="2" charset="77"/>
                <a:cs typeface="Times New Roman" panose="02020603050405020304" pitchFamily="18" charset="0"/>
              </a:rPr>
              <a:t>dolore</a:t>
            </a:r>
            <a:r>
              <a:rPr lang="es-ES" sz="1150" kern="0" dirty="0">
                <a:solidFill>
                  <a:schemeClr val="bg1"/>
                </a:solidFill>
                <a:latin typeface="Montserrat" pitchFamily="2" charset="77"/>
                <a:cs typeface="Times New Roman" panose="02020603050405020304" pitchFamily="18" charset="0"/>
              </a:rPr>
              <a:t> magna </a:t>
            </a:r>
            <a:r>
              <a:rPr lang="es-ES" sz="1150" kern="0" dirty="0" err="1">
                <a:solidFill>
                  <a:schemeClr val="bg1"/>
                </a:solidFill>
                <a:latin typeface="Montserrat" pitchFamily="2" charset="77"/>
                <a:cs typeface="Times New Roman" panose="02020603050405020304" pitchFamily="18" charset="0"/>
              </a:rPr>
              <a:t>aliqua</a:t>
            </a:r>
            <a:r>
              <a:rPr lang="es-ES" sz="1150" kern="0" dirty="0">
                <a:solidFill>
                  <a:schemeClr val="bg1"/>
                </a:solidFill>
                <a:latin typeface="Montserrat" pitchFamily="2" charset="77"/>
                <a:cs typeface="Times New Roman" panose="02020603050405020304" pitchFamily="18" charset="0"/>
              </a:rPr>
              <a:t>. Ut </a:t>
            </a:r>
            <a:r>
              <a:rPr lang="es-ES" sz="1150" kern="0" dirty="0" err="1">
                <a:solidFill>
                  <a:schemeClr val="bg1"/>
                </a:solidFill>
                <a:latin typeface="Montserrat" pitchFamily="2" charset="77"/>
                <a:cs typeface="Times New Roman" panose="02020603050405020304" pitchFamily="18" charset="0"/>
              </a:rPr>
              <a:t>enim</a:t>
            </a:r>
            <a:r>
              <a:rPr lang="es-ES" sz="1150" kern="0" dirty="0">
                <a:solidFill>
                  <a:schemeClr val="bg1"/>
                </a:solidFill>
                <a:latin typeface="Montserrat" pitchFamily="2" charset="77"/>
                <a:cs typeface="Times New Roman" panose="02020603050405020304" pitchFamily="18" charset="0"/>
              </a:rPr>
              <a:t> ad </a:t>
            </a:r>
            <a:r>
              <a:rPr lang="es-ES" sz="1150" kern="0" dirty="0" err="1">
                <a:solidFill>
                  <a:schemeClr val="bg1"/>
                </a:solidFill>
                <a:latin typeface="Montserrat" pitchFamily="2" charset="77"/>
                <a:cs typeface="Times New Roman" panose="02020603050405020304" pitchFamily="18" charset="0"/>
              </a:rPr>
              <a:t>minim</a:t>
            </a:r>
            <a:r>
              <a:rPr lang="es-ES" sz="1150" kern="0" dirty="0">
                <a:solidFill>
                  <a:schemeClr val="bg1"/>
                </a:solidFill>
                <a:latin typeface="Montserrat" pitchFamily="2" charset="77"/>
                <a:cs typeface="Times New Roman" panose="02020603050405020304" pitchFamily="18" charset="0"/>
              </a:rPr>
              <a:t> </a:t>
            </a:r>
            <a:r>
              <a:rPr lang="es-ES" sz="1150" kern="0" dirty="0" err="1">
                <a:solidFill>
                  <a:schemeClr val="bg1"/>
                </a:solidFill>
                <a:latin typeface="Montserrat" pitchFamily="2" charset="77"/>
                <a:cs typeface="Times New Roman" panose="02020603050405020304" pitchFamily="18" charset="0"/>
              </a:rPr>
              <a:t>veniam</a:t>
            </a:r>
            <a:r>
              <a:rPr lang="es-ES" sz="1150" kern="0" dirty="0">
                <a:solidFill>
                  <a:schemeClr val="bg1"/>
                </a:solidFill>
                <a:latin typeface="Montserrat" pitchFamily="2" charset="77"/>
                <a:cs typeface="Times New Roman" panose="02020603050405020304" pitchFamily="18" charset="0"/>
              </a:rPr>
              <a:t>, quis </a:t>
            </a:r>
            <a:r>
              <a:rPr lang="es-ES" sz="1150" kern="0" dirty="0" err="1">
                <a:solidFill>
                  <a:schemeClr val="bg1"/>
                </a:solidFill>
                <a:latin typeface="Montserrat" pitchFamily="2" charset="77"/>
                <a:cs typeface="Times New Roman" panose="02020603050405020304" pitchFamily="18" charset="0"/>
              </a:rPr>
              <a:t>nostrud</a:t>
            </a:r>
            <a:r>
              <a:rPr lang="es-ES" sz="1150" kern="0" dirty="0">
                <a:solidFill>
                  <a:schemeClr val="bg1"/>
                </a:solidFill>
                <a:latin typeface="Montserrat" pitchFamily="2" charset="77"/>
                <a:cs typeface="Times New Roman" panose="02020603050405020304" pitchFamily="18" charset="0"/>
              </a:rPr>
              <a:t> </a:t>
            </a:r>
            <a:r>
              <a:rPr lang="es-ES" sz="1150" kern="0" dirty="0" err="1">
                <a:solidFill>
                  <a:schemeClr val="bg1"/>
                </a:solidFill>
                <a:latin typeface="Montserrat" pitchFamily="2" charset="77"/>
                <a:cs typeface="Times New Roman" panose="02020603050405020304" pitchFamily="18" charset="0"/>
              </a:rPr>
              <a:t>exercitation</a:t>
            </a:r>
            <a:r>
              <a:rPr lang="es-ES" sz="1150" kern="0" dirty="0">
                <a:solidFill>
                  <a:schemeClr val="bg1"/>
                </a:solidFill>
                <a:latin typeface="Montserrat" pitchFamily="2" charset="77"/>
                <a:cs typeface="Times New Roman" panose="02020603050405020304" pitchFamily="18" charset="0"/>
              </a:rPr>
              <a:t> </a:t>
            </a:r>
            <a:r>
              <a:rPr lang="es-ES" sz="1150" kern="0" dirty="0" err="1">
                <a:solidFill>
                  <a:schemeClr val="bg1"/>
                </a:solidFill>
                <a:latin typeface="Montserrat" pitchFamily="2" charset="77"/>
                <a:cs typeface="Times New Roman" panose="02020603050405020304" pitchFamily="18" charset="0"/>
              </a:rPr>
              <a:t>ullamco</a:t>
            </a:r>
            <a:r>
              <a:rPr lang="es-ES" sz="1150" kern="0" dirty="0">
                <a:solidFill>
                  <a:schemeClr val="bg1"/>
                </a:solidFill>
                <a:latin typeface="Montserrat" pitchFamily="2" charset="77"/>
                <a:cs typeface="Times New Roman" panose="02020603050405020304" pitchFamily="18" charset="0"/>
              </a:rPr>
              <a:t> </a:t>
            </a:r>
            <a:r>
              <a:rPr lang="es-ES" sz="1150" kern="0" dirty="0" err="1">
                <a:solidFill>
                  <a:schemeClr val="bg1"/>
                </a:solidFill>
                <a:latin typeface="Montserrat" pitchFamily="2" charset="77"/>
                <a:cs typeface="Times New Roman" panose="02020603050405020304" pitchFamily="18" charset="0"/>
              </a:rPr>
              <a:t>laboris</a:t>
            </a:r>
            <a:r>
              <a:rPr lang="es-ES" sz="1150" kern="0" dirty="0">
                <a:solidFill>
                  <a:schemeClr val="bg1"/>
                </a:solidFill>
                <a:latin typeface="Montserrat" pitchFamily="2" charset="77"/>
                <a:cs typeface="Times New Roman" panose="02020603050405020304" pitchFamily="18" charset="0"/>
              </a:rPr>
              <a:t> </a:t>
            </a:r>
            <a:r>
              <a:rPr lang="es-ES" sz="1150" kern="0" dirty="0" err="1">
                <a:solidFill>
                  <a:schemeClr val="bg1"/>
                </a:solidFill>
                <a:latin typeface="Montserrat" pitchFamily="2" charset="77"/>
                <a:cs typeface="Times New Roman" panose="02020603050405020304" pitchFamily="18" charset="0"/>
              </a:rPr>
              <a:t>nisi</a:t>
            </a:r>
            <a:r>
              <a:rPr lang="es-ES" sz="1150" kern="0" dirty="0">
                <a:solidFill>
                  <a:schemeClr val="bg1"/>
                </a:solidFill>
                <a:latin typeface="Montserrat" pitchFamily="2" charset="77"/>
                <a:cs typeface="Times New Roman" panose="02020603050405020304" pitchFamily="18" charset="0"/>
              </a:rPr>
              <a:t> ut </a:t>
            </a:r>
            <a:r>
              <a:rPr lang="es-ES" sz="1150" kern="0" dirty="0" err="1">
                <a:solidFill>
                  <a:schemeClr val="bg1"/>
                </a:solidFill>
                <a:latin typeface="Montserrat" pitchFamily="2" charset="77"/>
                <a:cs typeface="Times New Roman" panose="02020603050405020304" pitchFamily="18" charset="0"/>
              </a:rPr>
              <a:t>aliquip</a:t>
            </a:r>
            <a:r>
              <a:rPr lang="es-ES" sz="1150" kern="0" dirty="0">
                <a:solidFill>
                  <a:schemeClr val="bg1"/>
                </a:solidFill>
                <a:latin typeface="Montserrat" pitchFamily="2" charset="77"/>
                <a:cs typeface="Times New Roman" panose="02020603050405020304" pitchFamily="18" charset="0"/>
              </a:rPr>
              <a:t> ex </a:t>
            </a:r>
            <a:r>
              <a:rPr lang="es-ES" sz="1150" kern="0" dirty="0" err="1">
                <a:solidFill>
                  <a:schemeClr val="bg1"/>
                </a:solidFill>
                <a:latin typeface="Montserrat" pitchFamily="2" charset="77"/>
                <a:cs typeface="Times New Roman" panose="02020603050405020304" pitchFamily="18" charset="0"/>
              </a:rPr>
              <a:t>ea</a:t>
            </a:r>
            <a:r>
              <a:rPr lang="es-ES" sz="1150" kern="0" dirty="0">
                <a:solidFill>
                  <a:schemeClr val="bg1"/>
                </a:solidFill>
                <a:latin typeface="Montserrat" pitchFamily="2" charset="77"/>
                <a:cs typeface="Times New Roman" panose="02020603050405020304" pitchFamily="18" charset="0"/>
              </a:rPr>
              <a:t> commodo </a:t>
            </a:r>
            <a:r>
              <a:rPr lang="es-ES" sz="1150" kern="0" dirty="0" err="1">
                <a:solidFill>
                  <a:schemeClr val="bg1"/>
                </a:solidFill>
                <a:latin typeface="Montserrat" pitchFamily="2" charset="77"/>
                <a:cs typeface="Times New Roman" panose="02020603050405020304" pitchFamily="18" charset="0"/>
              </a:rPr>
              <a:t>consequat</a:t>
            </a:r>
            <a:r>
              <a:rPr lang="es-ES" sz="1150" kern="0" dirty="0">
                <a:solidFill>
                  <a:schemeClr val="bg1"/>
                </a:solidFill>
                <a:latin typeface="Montserrat" pitchFamily="2" charset="77"/>
                <a:cs typeface="Times New Roman" panose="02020603050405020304" pitchFamily="18" charset="0"/>
              </a:rPr>
              <a:t>. </a:t>
            </a:r>
            <a:r>
              <a:rPr lang="es-ES" sz="1150" kern="0" dirty="0" err="1">
                <a:solidFill>
                  <a:schemeClr val="bg1"/>
                </a:solidFill>
                <a:latin typeface="Montserrat" pitchFamily="2" charset="77"/>
                <a:cs typeface="Times New Roman" panose="02020603050405020304" pitchFamily="18" charset="0"/>
              </a:rPr>
              <a:t>Duis</a:t>
            </a:r>
            <a:r>
              <a:rPr lang="es-ES" sz="1150" kern="0" dirty="0">
                <a:solidFill>
                  <a:schemeClr val="bg1"/>
                </a:solidFill>
                <a:latin typeface="Montserrat" pitchFamily="2" charset="77"/>
                <a:cs typeface="Times New Roman" panose="02020603050405020304" pitchFamily="18" charset="0"/>
              </a:rPr>
              <a:t> </a:t>
            </a:r>
            <a:r>
              <a:rPr lang="es-ES" sz="1150" kern="0" dirty="0" err="1">
                <a:solidFill>
                  <a:schemeClr val="bg1"/>
                </a:solidFill>
                <a:latin typeface="Montserrat" pitchFamily="2" charset="77"/>
                <a:cs typeface="Times New Roman" panose="02020603050405020304" pitchFamily="18" charset="0"/>
              </a:rPr>
              <a:t>aute</a:t>
            </a:r>
            <a:r>
              <a:rPr lang="es-ES" sz="1150" kern="0" dirty="0">
                <a:solidFill>
                  <a:schemeClr val="bg1"/>
                </a:solidFill>
                <a:latin typeface="Montserrat" pitchFamily="2" charset="77"/>
                <a:cs typeface="Times New Roman" panose="02020603050405020304" pitchFamily="18" charset="0"/>
              </a:rPr>
              <a:t> </a:t>
            </a:r>
            <a:r>
              <a:rPr lang="es-ES" sz="1150" kern="0" dirty="0" err="1">
                <a:solidFill>
                  <a:schemeClr val="bg1"/>
                </a:solidFill>
                <a:latin typeface="Montserrat" pitchFamily="2" charset="77"/>
                <a:cs typeface="Times New Roman" panose="02020603050405020304" pitchFamily="18" charset="0"/>
              </a:rPr>
              <a:t>irure</a:t>
            </a:r>
            <a:r>
              <a:rPr lang="es-ES" sz="1150" kern="0" dirty="0">
                <a:solidFill>
                  <a:schemeClr val="bg1"/>
                </a:solidFill>
                <a:latin typeface="Montserrat" pitchFamily="2" charset="77"/>
                <a:cs typeface="Times New Roman" panose="02020603050405020304" pitchFamily="18" charset="0"/>
              </a:rPr>
              <a:t> dolor in </a:t>
            </a:r>
            <a:r>
              <a:rPr lang="es-ES" sz="1150" kern="0" dirty="0" err="1">
                <a:solidFill>
                  <a:schemeClr val="bg1"/>
                </a:solidFill>
                <a:latin typeface="Montserrat" pitchFamily="2" charset="77"/>
                <a:cs typeface="Times New Roman" panose="02020603050405020304" pitchFamily="18" charset="0"/>
              </a:rPr>
              <a:t>reprehenderit</a:t>
            </a:r>
            <a:r>
              <a:rPr lang="es-ES" sz="1150" kern="0" dirty="0">
                <a:solidFill>
                  <a:schemeClr val="bg1"/>
                </a:solidFill>
                <a:latin typeface="Montserrat" pitchFamily="2" charset="77"/>
                <a:cs typeface="Times New Roman" panose="02020603050405020304" pitchFamily="18" charset="0"/>
              </a:rPr>
              <a:t> in </a:t>
            </a:r>
            <a:r>
              <a:rPr lang="es-ES" sz="1150" kern="0" dirty="0" err="1">
                <a:solidFill>
                  <a:schemeClr val="bg1"/>
                </a:solidFill>
                <a:latin typeface="Montserrat" pitchFamily="2" charset="77"/>
                <a:cs typeface="Times New Roman" panose="02020603050405020304" pitchFamily="18" charset="0"/>
              </a:rPr>
              <a:t>voluptate</a:t>
            </a:r>
            <a:r>
              <a:rPr lang="es-ES" sz="1150" kern="0" dirty="0">
                <a:solidFill>
                  <a:schemeClr val="bg1"/>
                </a:solidFill>
                <a:latin typeface="Montserrat" pitchFamily="2" charset="77"/>
                <a:cs typeface="Times New Roman" panose="02020603050405020304" pitchFamily="18" charset="0"/>
              </a:rPr>
              <a:t> </a:t>
            </a:r>
            <a:r>
              <a:rPr lang="es-ES" sz="1150" kern="0" dirty="0" err="1">
                <a:solidFill>
                  <a:schemeClr val="bg1"/>
                </a:solidFill>
                <a:latin typeface="Montserrat" pitchFamily="2" charset="77"/>
                <a:cs typeface="Times New Roman" panose="02020603050405020304" pitchFamily="18" charset="0"/>
              </a:rPr>
              <a:t>velit</a:t>
            </a:r>
            <a:r>
              <a:rPr lang="es-ES" sz="1150" kern="0" dirty="0">
                <a:solidFill>
                  <a:schemeClr val="bg1"/>
                </a:solidFill>
                <a:latin typeface="Montserrat" pitchFamily="2" charset="77"/>
                <a:cs typeface="Times New Roman" panose="02020603050405020304" pitchFamily="18" charset="0"/>
              </a:rPr>
              <a:t> </a:t>
            </a:r>
            <a:r>
              <a:rPr lang="es-ES" sz="1150" kern="0" dirty="0" err="1">
                <a:solidFill>
                  <a:schemeClr val="bg1"/>
                </a:solidFill>
                <a:latin typeface="Montserrat" pitchFamily="2" charset="77"/>
                <a:cs typeface="Times New Roman" panose="02020603050405020304" pitchFamily="18" charset="0"/>
              </a:rPr>
              <a:t>esse</a:t>
            </a:r>
            <a:r>
              <a:rPr lang="es-ES" sz="1150" kern="0" dirty="0">
                <a:solidFill>
                  <a:schemeClr val="bg1"/>
                </a:solidFill>
                <a:latin typeface="Montserrat" pitchFamily="2" charset="77"/>
                <a:cs typeface="Times New Roman" panose="02020603050405020304" pitchFamily="18" charset="0"/>
              </a:rPr>
              <a:t> </a:t>
            </a:r>
            <a:r>
              <a:rPr lang="es-ES" sz="1150" kern="0" dirty="0" err="1">
                <a:solidFill>
                  <a:schemeClr val="bg1"/>
                </a:solidFill>
                <a:latin typeface="Montserrat" pitchFamily="2" charset="77"/>
                <a:cs typeface="Times New Roman" panose="02020603050405020304" pitchFamily="18" charset="0"/>
              </a:rPr>
              <a:t>cillum</a:t>
            </a:r>
            <a:r>
              <a:rPr lang="es-ES" sz="1150" kern="0" dirty="0">
                <a:solidFill>
                  <a:schemeClr val="bg1"/>
                </a:solidFill>
                <a:latin typeface="Montserrat" pitchFamily="2" charset="77"/>
                <a:cs typeface="Times New Roman" panose="02020603050405020304" pitchFamily="18" charset="0"/>
              </a:rPr>
              <a:t> </a:t>
            </a:r>
            <a:r>
              <a:rPr lang="es-ES" sz="1150" kern="0" dirty="0" err="1">
                <a:solidFill>
                  <a:schemeClr val="bg1"/>
                </a:solidFill>
                <a:latin typeface="Montserrat" pitchFamily="2" charset="77"/>
                <a:cs typeface="Times New Roman" panose="02020603050405020304" pitchFamily="18" charset="0"/>
              </a:rPr>
              <a:t>dolore</a:t>
            </a:r>
            <a:r>
              <a:rPr lang="es-ES" sz="1150" kern="0" dirty="0">
                <a:solidFill>
                  <a:schemeClr val="bg1"/>
                </a:solidFill>
                <a:latin typeface="Montserrat" pitchFamily="2" charset="77"/>
                <a:cs typeface="Times New Roman" panose="02020603050405020304" pitchFamily="18" charset="0"/>
              </a:rPr>
              <a:t> </a:t>
            </a:r>
            <a:r>
              <a:rPr lang="es-ES" sz="1150" kern="0" dirty="0" err="1">
                <a:solidFill>
                  <a:schemeClr val="bg1"/>
                </a:solidFill>
                <a:latin typeface="Montserrat" pitchFamily="2" charset="77"/>
                <a:cs typeface="Times New Roman" panose="02020603050405020304" pitchFamily="18" charset="0"/>
              </a:rPr>
              <a:t>eu</a:t>
            </a:r>
            <a:r>
              <a:rPr lang="es-ES" sz="1150" kern="0" dirty="0">
                <a:solidFill>
                  <a:schemeClr val="bg1"/>
                </a:solidFill>
                <a:latin typeface="Montserrat" pitchFamily="2" charset="77"/>
                <a:cs typeface="Times New Roman" panose="02020603050405020304" pitchFamily="18" charset="0"/>
              </a:rPr>
              <a:t> </a:t>
            </a:r>
            <a:r>
              <a:rPr lang="es-ES" sz="1150" kern="0" dirty="0" err="1">
                <a:solidFill>
                  <a:schemeClr val="bg1"/>
                </a:solidFill>
                <a:latin typeface="Montserrat" pitchFamily="2" charset="77"/>
                <a:cs typeface="Times New Roman" panose="02020603050405020304" pitchFamily="18" charset="0"/>
              </a:rPr>
              <a:t>fugiat</a:t>
            </a:r>
            <a:r>
              <a:rPr lang="es-ES" sz="1150" kern="0" dirty="0">
                <a:solidFill>
                  <a:schemeClr val="bg1"/>
                </a:solidFill>
                <a:latin typeface="Montserrat" pitchFamily="2" charset="77"/>
                <a:cs typeface="Times New Roman" panose="02020603050405020304" pitchFamily="18" charset="0"/>
              </a:rPr>
              <a:t> </a:t>
            </a:r>
            <a:r>
              <a:rPr lang="es-ES" sz="1150" kern="0" dirty="0" err="1">
                <a:solidFill>
                  <a:schemeClr val="bg1"/>
                </a:solidFill>
                <a:latin typeface="Montserrat" pitchFamily="2" charset="77"/>
                <a:cs typeface="Times New Roman" panose="02020603050405020304" pitchFamily="18" charset="0"/>
              </a:rPr>
              <a:t>nulla</a:t>
            </a:r>
            <a:r>
              <a:rPr lang="es-ES" sz="1150" kern="0" dirty="0">
                <a:solidFill>
                  <a:schemeClr val="bg1"/>
                </a:solidFill>
                <a:latin typeface="Montserrat" pitchFamily="2" charset="77"/>
                <a:cs typeface="Times New Roman" panose="02020603050405020304" pitchFamily="18" charset="0"/>
              </a:rPr>
              <a:t> </a:t>
            </a:r>
            <a:r>
              <a:rPr lang="es-ES" sz="1150" kern="0" dirty="0" err="1">
                <a:solidFill>
                  <a:schemeClr val="bg1"/>
                </a:solidFill>
                <a:latin typeface="Montserrat" pitchFamily="2" charset="77"/>
                <a:cs typeface="Times New Roman" panose="02020603050405020304" pitchFamily="18" charset="0"/>
              </a:rPr>
              <a:t>pariatur</a:t>
            </a:r>
            <a:r>
              <a:rPr lang="es-ES" sz="1150" kern="0" dirty="0">
                <a:solidFill>
                  <a:schemeClr val="bg1"/>
                </a:solidFill>
                <a:latin typeface="Montserrat" pitchFamily="2" charset="77"/>
                <a:cs typeface="Times New Roman" panose="02020603050405020304" pitchFamily="18" charset="0"/>
              </a:rPr>
              <a:t>. </a:t>
            </a:r>
            <a:r>
              <a:rPr lang="es-ES" sz="1150" kern="0" dirty="0" err="1">
                <a:solidFill>
                  <a:schemeClr val="bg1"/>
                </a:solidFill>
                <a:latin typeface="Montserrat" pitchFamily="2" charset="77"/>
                <a:cs typeface="Times New Roman" panose="02020603050405020304" pitchFamily="18" charset="0"/>
              </a:rPr>
              <a:t>Excepteur</a:t>
            </a:r>
            <a:r>
              <a:rPr lang="es-ES" sz="1150" kern="0" dirty="0">
                <a:solidFill>
                  <a:schemeClr val="bg1"/>
                </a:solidFill>
                <a:latin typeface="Montserrat" pitchFamily="2" charset="77"/>
                <a:cs typeface="Times New Roman" panose="02020603050405020304" pitchFamily="18" charset="0"/>
              </a:rPr>
              <a:t> </a:t>
            </a:r>
            <a:r>
              <a:rPr lang="es-ES" sz="1150" kern="0" dirty="0" err="1">
                <a:solidFill>
                  <a:schemeClr val="bg1"/>
                </a:solidFill>
                <a:latin typeface="Montserrat" pitchFamily="2" charset="77"/>
                <a:cs typeface="Times New Roman" panose="02020603050405020304" pitchFamily="18" charset="0"/>
              </a:rPr>
              <a:t>sint</a:t>
            </a:r>
            <a:r>
              <a:rPr lang="es-ES" sz="1150" kern="0" dirty="0">
                <a:solidFill>
                  <a:schemeClr val="bg1"/>
                </a:solidFill>
                <a:latin typeface="Montserrat" pitchFamily="2" charset="77"/>
                <a:cs typeface="Times New Roman" panose="02020603050405020304" pitchFamily="18" charset="0"/>
              </a:rPr>
              <a:t> </a:t>
            </a:r>
            <a:r>
              <a:rPr lang="es-ES" sz="1150" kern="0" dirty="0" err="1">
                <a:solidFill>
                  <a:schemeClr val="bg1"/>
                </a:solidFill>
                <a:latin typeface="Montserrat" pitchFamily="2" charset="77"/>
                <a:cs typeface="Times New Roman" panose="02020603050405020304" pitchFamily="18" charset="0"/>
              </a:rPr>
              <a:t>occaecat</a:t>
            </a:r>
            <a:r>
              <a:rPr lang="es-ES" sz="1150" kern="0" dirty="0">
                <a:solidFill>
                  <a:schemeClr val="bg1"/>
                </a:solidFill>
                <a:latin typeface="Montserrat" pitchFamily="2" charset="77"/>
                <a:cs typeface="Times New Roman" panose="02020603050405020304" pitchFamily="18" charset="0"/>
              </a:rPr>
              <a:t> </a:t>
            </a:r>
            <a:r>
              <a:rPr lang="es-ES" sz="1150" kern="0" dirty="0" err="1">
                <a:solidFill>
                  <a:schemeClr val="bg1"/>
                </a:solidFill>
                <a:latin typeface="Montserrat" pitchFamily="2" charset="77"/>
                <a:cs typeface="Times New Roman" panose="02020603050405020304" pitchFamily="18" charset="0"/>
              </a:rPr>
              <a:t>cupidatat</a:t>
            </a:r>
            <a:r>
              <a:rPr lang="es-ES" sz="1150" kern="0" dirty="0">
                <a:solidFill>
                  <a:schemeClr val="bg1"/>
                </a:solidFill>
                <a:latin typeface="Montserrat" pitchFamily="2" charset="77"/>
                <a:cs typeface="Times New Roman" panose="02020603050405020304" pitchFamily="18" charset="0"/>
              </a:rPr>
              <a:t> non </a:t>
            </a:r>
            <a:r>
              <a:rPr lang="es-ES" sz="1150" kern="0" dirty="0" err="1">
                <a:solidFill>
                  <a:schemeClr val="bg1"/>
                </a:solidFill>
                <a:latin typeface="Montserrat" pitchFamily="2" charset="77"/>
                <a:cs typeface="Times New Roman" panose="02020603050405020304" pitchFamily="18" charset="0"/>
              </a:rPr>
              <a:t>proident</a:t>
            </a:r>
            <a:r>
              <a:rPr lang="es-ES" sz="1150" kern="0" dirty="0">
                <a:solidFill>
                  <a:schemeClr val="bg1"/>
                </a:solidFill>
                <a:latin typeface="Montserrat" pitchFamily="2" charset="77"/>
                <a:cs typeface="Times New Roman" panose="02020603050405020304" pitchFamily="18" charset="0"/>
              </a:rPr>
              <a:t>, sunt in culpa qui </a:t>
            </a:r>
            <a:r>
              <a:rPr lang="es-ES" sz="1150" kern="0" dirty="0" err="1">
                <a:solidFill>
                  <a:schemeClr val="bg1"/>
                </a:solidFill>
                <a:latin typeface="Montserrat" pitchFamily="2" charset="77"/>
                <a:cs typeface="Times New Roman" panose="02020603050405020304" pitchFamily="18" charset="0"/>
              </a:rPr>
              <a:t>officia</a:t>
            </a:r>
            <a:r>
              <a:rPr lang="es-ES" sz="1150" kern="0" dirty="0">
                <a:solidFill>
                  <a:schemeClr val="bg1"/>
                </a:solidFill>
                <a:latin typeface="Montserrat" pitchFamily="2" charset="77"/>
                <a:cs typeface="Times New Roman" panose="02020603050405020304" pitchFamily="18" charset="0"/>
              </a:rPr>
              <a:t> </a:t>
            </a:r>
            <a:r>
              <a:rPr lang="es-ES" sz="1150" kern="0" dirty="0" err="1">
                <a:solidFill>
                  <a:schemeClr val="bg1"/>
                </a:solidFill>
                <a:latin typeface="Montserrat" pitchFamily="2" charset="77"/>
                <a:cs typeface="Times New Roman" panose="02020603050405020304" pitchFamily="18" charset="0"/>
              </a:rPr>
              <a:t>deserunt</a:t>
            </a:r>
            <a:r>
              <a:rPr lang="es-ES" sz="1150" kern="0" dirty="0">
                <a:solidFill>
                  <a:schemeClr val="bg1"/>
                </a:solidFill>
                <a:latin typeface="Montserrat" pitchFamily="2" charset="77"/>
                <a:cs typeface="Times New Roman" panose="02020603050405020304" pitchFamily="18" charset="0"/>
              </a:rPr>
              <a:t> </a:t>
            </a:r>
            <a:r>
              <a:rPr lang="es-ES" sz="1150" kern="0" dirty="0" err="1">
                <a:solidFill>
                  <a:schemeClr val="bg1"/>
                </a:solidFill>
                <a:latin typeface="Montserrat" pitchFamily="2" charset="77"/>
                <a:cs typeface="Times New Roman" panose="02020603050405020304" pitchFamily="18" charset="0"/>
              </a:rPr>
              <a:t>mollit</a:t>
            </a:r>
            <a:r>
              <a:rPr lang="es-ES" sz="1150" kern="0" dirty="0">
                <a:solidFill>
                  <a:schemeClr val="bg1"/>
                </a:solidFill>
                <a:latin typeface="Montserrat" pitchFamily="2" charset="77"/>
                <a:cs typeface="Times New Roman" panose="02020603050405020304" pitchFamily="18" charset="0"/>
              </a:rPr>
              <a:t> </a:t>
            </a:r>
            <a:r>
              <a:rPr lang="es-ES" sz="1150" kern="0" dirty="0" err="1">
                <a:solidFill>
                  <a:schemeClr val="bg1"/>
                </a:solidFill>
                <a:latin typeface="Montserrat" pitchFamily="2" charset="77"/>
                <a:cs typeface="Times New Roman" panose="02020603050405020304" pitchFamily="18" charset="0"/>
              </a:rPr>
              <a:t>anim</a:t>
            </a:r>
            <a:r>
              <a:rPr lang="es-ES" sz="1150" kern="0" dirty="0">
                <a:solidFill>
                  <a:schemeClr val="bg1"/>
                </a:solidFill>
                <a:latin typeface="Montserrat" pitchFamily="2" charset="77"/>
                <a:cs typeface="Times New Roman" panose="02020603050405020304" pitchFamily="18" charset="0"/>
              </a:rPr>
              <a:t> id </a:t>
            </a:r>
            <a:r>
              <a:rPr lang="es-ES" sz="1150" kern="0" dirty="0" err="1">
                <a:solidFill>
                  <a:schemeClr val="bg1"/>
                </a:solidFill>
                <a:latin typeface="Montserrat" pitchFamily="2" charset="77"/>
                <a:cs typeface="Times New Roman" panose="02020603050405020304" pitchFamily="18" charset="0"/>
              </a:rPr>
              <a:t>est</a:t>
            </a:r>
            <a:r>
              <a:rPr lang="es-ES" sz="1150" kern="0" dirty="0">
                <a:solidFill>
                  <a:schemeClr val="bg1"/>
                </a:solidFill>
                <a:latin typeface="Montserrat" pitchFamily="2" charset="77"/>
                <a:cs typeface="Times New Roman" panose="02020603050405020304" pitchFamily="18" charset="0"/>
              </a:rPr>
              <a:t> </a:t>
            </a:r>
            <a:r>
              <a:rPr lang="es-ES" sz="1150" kern="0" dirty="0" err="1">
                <a:solidFill>
                  <a:schemeClr val="bg1"/>
                </a:solidFill>
                <a:latin typeface="Montserrat" pitchFamily="2" charset="77"/>
                <a:cs typeface="Times New Roman" panose="02020603050405020304" pitchFamily="18" charset="0"/>
              </a:rPr>
              <a:t>laborum</a:t>
            </a:r>
            <a:r>
              <a:rPr lang="es-ES" sz="1150" kern="0" dirty="0">
                <a:solidFill>
                  <a:schemeClr val="bg1"/>
                </a:solidFill>
                <a:latin typeface="Montserrat" pitchFamily="2" charset="77"/>
                <a:cs typeface="Times New Roman" panose="02020603050405020304" pitchFamily="18" charset="0"/>
              </a:rPr>
              <a:t>.</a:t>
            </a:r>
          </a:p>
        </p:txBody>
      </p:sp>
      <p:graphicFrame>
        <p:nvGraphicFramePr>
          <p:cNvPr id="14" name="Gráfico 13">
            <a:extLst>
              <a:ext uri="{FF2B5EF4-FFF2-40B4-BE49-F238E27FC236}">
                <a16:creationId xmlns:a16="http://schemas.microsoft.com/office/drawing/2014/main" id="{E4DD25C5-9885-1642-9115-ECDE11E0F937}"/>
              </a:ext>
            </a:extLst>
          </p:cNvPr>
          <p:cNvGraphicFramePr/>
          <p:nvPr>
            <p:extLst>
              <p:ext uri="{D42A27DB-BD31-4B8C-83A1-F6EECF244321}">
                <p14:modId xmlns:p14="http://schemas.microsoft.com/office/powerpoint/2010/main" val="2454676771"/>
              </p:ext>
            </p:extLst>
          </p:nvPr>
        </p:nvGraphicFramePr>
        <p:xfrm>
          <a:off x="6096000" y="1207478"/>
          <a:ext cx="5501834" cy="5285112"/>
        </p:xfrm>
        <a:graphic>
          <a:graphicData uri="http://schemas.openxmlformats.org/drawingml/2006/chart">
            <c:chart xmlns:c="http://schemas.openxmlformats.org/drawingml/2006/chart" xmlns:r="http://schemas.openxmlformats.org/officeDocument/2006/relationships" r:id="rId2"/>
          </a:graphicData>
        </a:graphic>
      </p:graphicFrame>
      <p:sp>
        <p:nvSpPr>
          <p:cNvPr id="10" name="Rectángulo 9">
            <a:extLst>
              <a:ext uri="{FF2B5EF4-FFF2-40B4-BE49-F238E27FC236}">
                <a16:creationId xmlns:a16="http://schemas.microsoft.com/office/drawing/2014/main" id="{B9CFB1B3-EEBF-7A4A-95DC-933AEFC8FA3F}"/>
              </a:ext>
            </a:extLst>
          </p:cNvPr>
          <p:cNvSpPr/>
          <p:nvPr/>
        </p:nvSpPr>
        <p:spPr>
          <a:xfrm>
            <a:off x="427652" y="999740"/>
            <a:ext cx="4709123" cy="825995"/>
          </a:xfrm>
          <a:prstGeom prst="rect">
            <a:avLst/>
          </a:prstGeom>
        </p:spPr>
        <p:txBody>
          <a:bodyPr wrap="square">
            <a:spAutoFit/>
          </a:bodyPr>
          <a:lstStyle/>
          <a:p>
            <a:pPr lvl="0">
              <a:lnSpc>
                <a:spcPts val="2800"/>
              </a:lnSpc>
              <a:spcAft>
                <a:spcPts val="0"/>
              </a:spcAft>
              <a:buClr>
                <a:srgbClr val="074F6A"/>
              </a:buClr>
            </a:pPr>
            <a:r>
              <a:rPr lang="es-ES" sz="2800" dirty="0">
                <a:solidFill>
                  <a:schemeClr val="bg1"/>
                </a:solidFill>
                <a:latin typeface="DM Serif Display" pitchFamily="2" charset="0"/>
                <a:cs typeface="Times New Roman" panose="02020603050405020304" pitchFamily="18" charset="0"/>
              </a:rPr>
              <a:t>Principales resultados </a:t>
            </a:r>
            <a:br>
              <a:rPr lang="es-ES" sz="2800" dirty="0">
                <a:solidFill>
                  <a:schemeClr val="bg1"/>
                </a:solidFill>
                <a:latin typeface="DM Serif Display" pitchFamily="2" charset="0"/>
                <a:cs typeface="Times New Roman" panose="02020603050405020304" pitchFamily="18" charset="0"/>
              </a:rPr>
            </a:br>
            <a:r>
              <a:rPr lang="es-ES" sz="2800" dirty="0">
                <a:solidFill>
                  <a:schemeClr val="bg1"/>
                </a:solidFill>
                <a:latin typeface="DM Serif Display" pitchFamily="2" charset="0"/>
                <a:cs typeface="Times New Roman" panose="02020603050405020304" pitchFamily="18" charset="0"/>
              </a:rPr>
              <a:t>del periodo </a:t>
            </a:r>
          </a:p>
        </p:txBody>
      </p:sp>
      <p:sp>
        <p:nvSpPr>
          <p:cNvPr id="13" name="Rectángulo 12">
            <a:extLst>
              <a:ext uri="{FF2B5EF4-FFF2-40B4-BE49-F238E27FC236}">
                <a16:creationId xmlns:a16="http://schemas.microsoft.com/office/drawing/2014/main" id="{B7F32BBA-4526-CC4C-B41D-7DD33EB0F698}"/>
              </a:ext>
            </a:extLst>
          </p:cNvPr>
          <p:cNvSpPr/>
          <p:nvPr/>
        </p:nvSpPr>
        <p:spPr>
          <a:xfrm>
            <a:off x="457200" y="369025"/>
            <a:ext cx="2618510" cy="303481"/>
          </a:xfrm>
          <a:prstGeom prst="rect">
            <a:avLst/>
          </a:prstGeom>
        </p:spPr>
        <p:txBody>
          <a:bodyPr wrap="square">
            <a:spAutoFit/>
          </a:bodyPr>
          <a:lstStyle/>
          <a:p>
            <a:pPr>
              <a:lnSpc>
                <a:spcPts val="1800"/>
              </a:lnSpc>
            </a:pPr>
            <a:r>
              <a:rPr lang="es-ES" sz="1000" b="1" dirty="0">
                <a:solidFill>
                  <a:schemeClr val="bg1"/>
                </a:solidFill>
                <a:latin typeface="Montserrat Medium" pitchFamily="2" charset="77"/>
                <a:ea typeface="Times New Roman" panose="02020603050405020304" pitchFamily="18" charset="0"/>
                <a:cs typeface="Times New Roman" panose="02020603050405020304" pitchFamily="18" charset="0"/>
              </a:rPr>
              <a:t>AFLUENCIA TURÍSTICA</a:t>
            </a:r>
            <a:endParaRPr lang="es-ES" sz="1000" b="1" dirty="0">
              <a:solidFill>
                <a:schemeClr val="bg1"/>
              </a:solidFill>
              <a:latin typeface="Montserrat Medium" pitchFamily="2" charset="77"/>
            </a:endParaRPr>
          </a:p>
        </p:txBody>
      </p:sp>
      <p:cxnSp>
        <p:nvCxnSpPr>
          <p:cNvPr id="15" name="Conector recto 14">
            <a:extLst>
              <a:ext uri="{FF2B5EF4-FFF2-40B4-BE49-F238E27FC236}">
                <a16:creationId xmlns:a16="http://schemas.microsoft.com/office/drawing/2014/main" id="{789F6CE8-74DC-7C4F-89DC-B0CE5239A684}"/>
              </a:ext>
            </a:extLst>
          </p:cNvPr>
          <p:cNvCxnSpPr>
            <a:cxnSpLocks/>
          </p:cNvCxnSpPr>
          <p:nvPr/>
        </p:nvCxnSpPr>
        <p:spPr>
          <a:xfrm>
            <a:off x="521677" y="693791"/>
            <a:ext cx="1529861" cy="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72143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ángulo 11">
            <a:extLst>
              <a:ext uri="{FF2B5EF4-FFF2-40B4-BE49-F238E27FC236}">
                <a16:creationId xmlns:a16="http://schemas.microsoft.com/office/drawing/2014/main" id="{51C9942B-0A87-DD42-BC8A-4FE73ECEC448}"/>
              </a:ext>
            </a:extLst>
          </p:cNvPr>
          <p:cNvSpPr/>
          <p:nvPr/>
        </p:nvSpPr>
        <p:spPr>
          <a:xfrm>
            <a:off x="398584" y="1905696"/>
            <a:ext cx="4833816" cy="1299010"/>
          </a:xfrm>
          <a:prstGeom prst="rect">
            <a:avLst/>
          </a:prstGeom>
        </p:spPr>
        <p:txBody>
          <a:bodyPr wrap="square" anchor="t">
            <a:spAutoFit/>
          </a:bodyPr>
          <a:lstStyle/>
          <a:p>
            <a:pPr marL="15875">
              <a:lnSpc>
                <a:spcPts val="1600"/>
              </a:lnSpc>
              <a:spcBef>
                <a:spcPts val="600"/>
              </a:spcBef>
              <a:buClr>
                <a:srgbClr val="00325C"/>
              </a:buClr>
              <a:buSzPct val="100000"/>
            </a:pPr>
            <a:r>
              <a:rPr lang="es-ES" sz="1150" b="1" kern="0" dirty="0">
                <a:solidFill>
                  <a:schemeClr val="bg1"/>
                </a:solidFill>
                <a:latin typeface="Montserrat SemiBold" pitchFamily="2" charset="77"/>
                <a:cs typeface="Times New Roman" panose="02020603050405020304" pitchFamily="18" charset="0"/>
              </a:rPr>
              <a:t>Turismo internacional</a:t>
            </a:r>
          </a:p>
          <a:p>
            <a:pPr marL="15875">
              <a:lnSpc>
                <a:spcPts val="1600"/>
              </a:lnSpc>
            </a:pPr>
            <a:r>
              <a:rPr lang="es-ES" sz="1150" kern="0" dirty="0">
                <a:solidFill>
                  <a:schemeClr val="bg1"/>
                </a:solidFill>
                <a:latin typeface="Montserrat" pitchFamily="2" charset="77"/>
                <a:cs typeface="Times New Roman" panose="02020603050405020304" pitchFamily="18" charset="0"/>
              </a:rPr>
              <a:t>El turismo receptor alcanzó los </a:t>
            </a:r>
            <a:r>
              <a:rPr lang="es-ES" sz="1150" b="1" kern="0" dirty="0">
                <a:solidFill>
                  <a:schemeClr val="bg1"/>
                </a:solidFill>
                <a:latin typeface="Montserrat" pitchFamily="2" charset="77"/>
                <a:cs typeface="Times New Roman" panose="02020603050405020304" pitchFamily="18" charset="0"/>
              </a:rPr>
              <a:t>103.908 turistas</a:t>
            </a:r>
            <a:r>
              <a:rPr lang="es-ES" sz="1150" kern="0" dirty="0">
                <a:solidFill>
                  <a:schemeClr val="bg1"/>
                </a:solidFill>
                <a:latin typeface="Montserrat" pitchFamily="2" charset="77"/>
                <a:cs typeface="Times New Roman" panose="02020603050405020304" pitchFamily="18" charset="0"/>
              </a:rPr>
              <a:t>, ligeramente por encima de los 103.733 de 2023, con un crecimiento del +0,2%. Los mercados principales fueron Reino Unido, Países Bajos, Bélgica, Alemania y Francia, que concentraron más del 60% del total.</a:t>
            </a:r>
          </a:p>
        </p:txBody>
      </p:sp>
      <p:graphicFrame>
        <p:nvGraphicFramePr>
          <p:cNvPr id="11" name="Gráfico 10">
            <a:extLst>
              <a:ext uri="{FF2B5EF4-FFF2-40B4-BE49-F238E27FC236}">
                <a16:creationId xmlns:a16="http://schemas.microsoft.com/office/drawing/2014/main" id="{AF8EC7F7-7EB5-3A48-A4FC-34583BCC66CF}"/>
              </a:ext>
            </a:extLst>
          </p:cNvPr>
          <p:cNvGraphicFramePr/>
          <p:nvPr>
            <p:extLst>
              <p:ext uri="{D42A27DB-BD31-4B8C-83A1-F6EECF244321}">
                <p14:modId xmlns:p14="http://schemas.microsoft.com/office/powerpoint/2010/main" val="314975507"/>
              </p:ext>
            </p:extLst>
          </p:nvPr>
        </p:nvGraphicFramePr>
        <p:xfrm>
          <a:off x="6096000" y="1113692"/>
          <a:ext cx="5501834" cy="5384091"/>
        </p:xfrm>
        <a:graphic>
          <a:graphicData uri="http://schemas.openxmlformats.org/drawingml/2006/chart">
            <c:chart xmlns:c="http://schemas.openxmlformats.org/drawingml/2006/chart" xmlns:r="http://schemas.openxmlformats.org/officeDocument/2006/relationships" r:id="rId2"/>
          </a:graphicData>
        </a:graphic>
      </p:graphicFrame>
      <p:sp>
        <p:nvSpPr>
          <p:cNvPr id="13" name="Rectángulo 12">
            <a:extLst>
              <a:ext uri="{FF2B5EF4-FFF2-40B4-BE49-F238E27FC236}">
                <a16:creationId xmlns:a16="http://schemas.microsoft.com/office/drawing/2014/main" id="{C9F2CB46-974F-FA46-A0DF-9BBB28B6E8E2}"/>
              </a:ext>
            </a:extLst>
          </p:cNvPr>
          <p:cNvSpPr/>
          <p:nvPr/>
        </p:nvSpPr>
        <p:spPr>
          <a:xfrm>
            <a:off x="457200" y="369025"/>
            <a:ext cx="2618510" cy="303481"/>
          </a:xfrm>
          <a:prstGeom prst="rect">
            <a:avLst/>
          </a:prstGeom>
        </p:spPr>
        <p:txBody>
          <a:bodyPr wrap="square">
            <a:spAutoFit/>
          </a:bodyPr>
          <a:lstStyle/>
          <a:p>
            <a:pPr>
              <a:lnSpc>
                <a:spcPts val="1800"/>
              </a:lnSpc>
            </a:pPr>
            <a:r>
              <a:rPr lang="es-ES" sz="1000" b="1" dirty="0">
                <a:solidFill>
                  <a:schemeClr val="bg1"/>
                </a:solidFill>
                <a:latin typeface="Montserrat Medium" pitchFamily="2" charset="77"/>
                <a:ea typeface="Times New Roman" panose="02020603050405020304" pitchFamily="18" charset="0"/>
                <a:cs typeface="Times New Roman" panose="02020603050405020304" pitchFamily="18" charset="0"/>
              </a:rPr>
              <a:t>AFLUENCIA TURÍSTICA</a:t>
            </a:r>
            <a:endParaRPr lang="es-ES" sz="1000" b="1" dirty="0">
              <a:solidFill>
                <a:schemeClr val="bg1"/>
              </a:solidFill>
              <a:latin typeface="Montserrat Medium" pitchFamily="2" charset="77"/>
            </a:endParaRPr>
          </a:p>
        </p:txBody>
      </p:sp>
      <p:cxnSp>
        <p:nvCxnSpPr>
          <p:cNvPr id="15" name="Conector recto 14">
            <a:extLst>
              <a:ext uri="{FF2B5EF4-FFF2-40B4-BE49-F238E27FC236}">
                <a16:creationId xmlns:a16="http://schemas.microsoft.com/office/drawing/2014/main" id="{71A2D61B-5B16-7442-A1AD-A4F77FBF39A6}"/>
              </a:ext>
            </a:extLst>
          </p:cNvPr>
          <p:cNvCxnSpPr>
            <a:cxnSpLocks/>
          </p:cNvCxnSpPr>
          <p:nvPr/>
        </p:nvCxnSpPr>
        <p:spPr>
          <a:xfrm>
            <a:off x="521677" y="693791"/>
            <a:ext cx="1529861" cy="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6" name="Rectángulo 15">
            <a:extLst>
              <a:ext uri="{FF2B5EF4-FFF2-40B4-BE49-F238E27FC236}">
                <a16:creationId xmlns:a16="http://schemas.microsoft.com/office/drawing/2014/main" id="{15FCBB9D-F35F-B840-BCDF-EB4FAF6C9BF3}"/>
              </a:ext>
            </a:extLst>
          </p:cNvPr>
          <p:cNvSpPr/>
          <p:nvPr/>
        </p:nvSpPr>
        <p:spPr>
          <a:xfrm>
            <a:off x="427652" y="999740"/>
            <a:ext cx="4709123" cy="825995"/>
          </a:xfrm>
          <a:prstGeom prst="rect">
            <a:avLst/>
          </a:prstGeom>
        </p:spPr>
        <p:txBody>
          <a:bodyPr wrap="square">
            <a:spAutoFit/>
          </a:bodyPr>
          <a:lstStyle/>
          <a:p>
            <a:pPr lvl="0">
              <a:lnSpc>
                <a:spcPts val="2800"/>
              </a:lnSpc>
              <a:spcAft>
                <a:spcPts val="0"/>
              </a:spcAft>
              <a:buClr>
                <a:srgbClr val="074F6A"/>
              </a:buClr>
            </a:pPr>
            <a:r>
              <a:rPr lang="es-ES" sz="2800" dirty="0">
                <a:solidFill>
                  <a:schemeClr val="bg1"/>
                </a:solidFill>
                <a:latin typeface="DM Serif Display" pitchFamily="2" charset="0"/>
                <a:cs typeface="Times New Roman" panose="02020603050405020304" pitchFamily="18" charset="0"/>
              </a:rPr>
              <a:t>Principales resultados </a:t>
            </a:r>
            <a:br>
              <a:rPr lang="es-ES" sz="2800" dirty="0">
                <a:solidFill>
                  <a:schemeClr val="bg1"/>
                </a:solidFill>
                <a:latin typeface="DM Serif Display" pitchFamily="2" charset="0"/>
                <a:cs typeface="Times New Roman" panose="02020603050405020304" pitchFamily="18" charset="0"/>
              </a:rPr>
            </a:br>
            <a:r>
              <a:rPr lang="es-ES" sz="2800" dirty="0">
                <a:solidFill>
                  <a:schemeClr val="bg1"/>
                </a:solidFill>
                <a:latin typeface="DM Serif Display" pitchFamily="2" charset="0"/>
                <a:cs typeface="Times New Roman" panose="02020603050405020304" pitchFamily="18" charset="0"/>
              </a:rPr>
              <a:t>del periodo </a:t>
            </a:r>
          </a:p>
        </p:txBody>
      </p:sp>
    </p:spTree>
    <p:extLst>
      <p:ext uri="{BB962C8B-B14F-4D97-AF65-F5344CB8AC3E}">
        <p14:creationId xmlns:p14="http://schemas.microsoft.com/office/powerpoint/2010/main" val="2066677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ángulo 11">
            <a:extLst>
              <a:ext uri="{FF2B5EF4-FFF2-40B4-BE49-F238E27FC236}">
                <a16:creationId xmlns:a16="http://schemas.microsoft.com/office/drawing/2014/main" id="{51C9942B-0A87-DD42-BC8A-4FE73ECEC448}"/>
              </a:ext>
            </a:extLst>
          </p:cNvPr>
          <p:cNvSpPr/>
          <p:nvPr/>
        </p:nvSpPr>
        <p:spPr>
          <a:xfrm>
            <a:off x="398584" y="1905696"/>
            <a:ext cx="4833816" cy="2206245"/>
          </a:xfrm>
          <a:prstGeom prst="rect">
            <a:avLst/>
          </a:prstGeom>
        </p:spPr>
        <p:txBody>
          <a:bodyPr wrap="square" anchor="t">
            <a:spAutoFit/>
          </a:bodyPr>
          <a:lstStyle/>
          <a:p>
            <a:pPr marL="15875">
              <a:lnSpc>
                <a:spcPts val="1600"/>
              </a:lnSpc>
              <a:spcBef>
                <a:spcPts val="600"/>
              </a:spcBef>
              <a:buClr>
                <a:srgbClr val="00325C"/>
              </a:buClr>
              <a:buSzPct val="100000"/>
            </a:pPr>
            <a:r>
              <a:rPr lang="es-ES" sz="1150" b="1" kern="0" dirty="0">
                <a:solidFill>
                  <a:schemeClr val="bg1"/>
                </a:solidFill>
                <a:latin typeface="Montserrat SemiBold" pitchFamily="2" charset="77"/>
                <a:cs typeface="Times New Roman" panose="02020603050405020304" pitchFamily="18" charset="0"/>
              </a:rPr>
              <a:t>Afluencia total</a:t>
            </a:r>
          </a:p>
          <a:p>
            <a:pPr>
              <a:lnSpc>
                <a:spcPts val="1600"/>
              </a:lnSpc>
              <a:spcAft>
                <a:spcPts val="600"/>
              </a:spcAft>
            </a:pPr>
            <a:r>
              <a:rPr lang="es-ES" sz="1150" kern="0" dirty="0">
                <a:solidFill>
                  <a:schemeClr val="bg1"/>
                </a:solidFill>
                <a:latin typeface="Montserrat" pitchFamily="2" charset="77"/>
                <a:cs typeface="Times New Roman" panose="02020603050405020304" pitchFamily="18" charset="0"/>
              </a:rPr>
              <a:t>En 2024, el destino registró un total de </a:t>
            </a:r>
            <a:r>
              <a:rPr lang="es-ES" sz="1150" b="1" kern="0" dirty="0">
                <a:solidFill>
                  <a:schemeClr val="bg1"/>
                </a:solidFill>
                <a:latin typeface="Montserrat" pitchFamily="2" charset="77"/>
                <a:cs typeface="Times New Roman" panose="02020603050405020304" pitchFamily="18" charset="0"/>
              </a:rPr>
              <a:t>139.320 turistas</a:t>
            </a:r>
            <a:r>
              <a:rPr lang="es-ES" sz="1150" kern="0" dirty="0">
                <a:solidFill>
                  <a:schemeClr val="bg1"/>
                </a:solidFill>
                <a:latin typeface="Montserrat" pitchFamily="2" charset="77"/>
                <a:cs typeface="Times New Roman" panose="02020603050405020304" pitchFamily="18" charset="0"/>
              </a:rPr>
              <a:t>, una cifra prácticamente igual a la de 2023 (139.595 turistas), lo que supone una variación interanual mínima del −0,2% y confirma la estabilidad general en el volumen de llegadas.</a:t>
            </a:r>
          </a:p>
          <a:p>
            <a:pPr>
              <a:lnSpc>
                <a:spcPts val="1600"/>
              </a:lnSpc>
              <a:spcAft>
                <a:spcPts val="600"/>
              </a:spcAft>
            </a:pPr>
            <a:r>
              <a:rPr lang="es-ES" sz="1150" kern="0" dirty="0">
                <a:solidFill>
                  <a:schemeClr val="bg1"/>
                </a:solidFill>
                <a:latin typeface="Montserrat" pitchFamily="2" charset="77"/>
                <a:cs typeface="Times New Roman" panose="02020603050405020304" pitchFamily="18" charset="0"/>
              </a:rPr>
              <a:t>En perspectiva histórica, los datos muestran un crecimiento continuado desde 2019 (63.432 turistas) hasta alcanzar el máximo en 2023. El ejercicio de 2024 mantiene esos niveles elevados, consolidando la tendencia ascendente del destino en los últimos años.</a:t>
            </a:r>
          </a:p>
        </p:txBody>
      </p:sp>
      <p:sp>
        <p:nvSpPr>
          <p:cNvPr id="13" name="Rectángulo 12">
            <a:extLst>
              <a:ext uri="{FF2B5EF4-FFF2-40B4-BE49-F238E27FC236}">
                <a16:creationId xmlns:a16="http://schemas.microsoft.com/office/drawing/2014/main" id="{C9F2CB46-974F-FA46-A0DF-9BBB28B6E8E2}"/>
              </a:ext>
            </a:extLst>
          </p:cNvPr>
          <p:cNvSpPr/>
          <p:nvPr/>
        </p:nvSpPr>
        <p:spPr>
          <a:xfrm>
            <a:off x="457200" y="369025"/>
            <a:ext cx="2618510" cy="303481"/>
          </a:xfrm>
          <a:prstGeom prst="rect">
            <a:avLst/>
          </a:prstGeom>
        </p:spPr>
        <p:txBody>
          <a:bodyPr wrap="square">
            <a:spAutoFit/>
          </a:bodyPr>
          <a:lstStyle/>
          <a:p>
            <a:pPr>
              <a:lnSpc>
                <a:spcPts val="1800"/>
              </a:lnSpc>
            </a:pPr>
            <a:r>
              <a:rPr lang="es-ES" sz="1000" b="1" dirty="0">
                <a:solidFill>
                  <a:schemeClr val="bg1"/>
                </a:solidFill>
                <a:latin typeface="Montserrat Medium" pitchFamily="2" charset="77"/>
                <a:ea typeface="Times New Roman" panose="02020603050405020304" pitchFamily="18" charset="0"/>
                <a:cs typeface="Times New Roman" panose="02020603050405020304" pitchFamily="18" charset="0"/>
              </a:rPr>
              <a:t>AFLUENCIA TURÍSTICA</a:t>
            </a:r>
            <a:endParaRPr lang="es-ES" sz="1000" b="1" dirty="0">
              <a:solidFill>
                <a:schemeClr val="bg1"/>
              </a:solidFill>
              <a:latin typeface="Montserrat Medium" pitchFamily="2" charset="77"/>
            </a:endParaRPr>
          </a:p>
        </p:txBody>
      </p:sp>
      <p:cxnSp>
        <p:nvCxnSpPr>
          <p:cNvPr id="15" name="Conector recto 14">
            <a:extLst>
              <a:ext uri="{FF2B5EF4-FFF2-40B4-BE49-F238E27FC236}">
                <a16:creationId xmlns:a16="http://schemas.microsoft.com/office/drawing/2014/main" id="{71A2D61B-5B16-7442-A1AD-A4F77FBF39A6}"/>
              </a:ext>
            </a:extLst>
          </p:cNvPr>
          <p:cNvCxnSpPr>
            <a:cxnSpLocks/>
          </p:cNvCxnSpPr>
          <p:nvPr/>
        </p:nvCxnSpPr>
        <p:spPr>
          <a:xfrm>
            <a:off x="521677" y="693791"/>
            <a:ext cx="1529861" cy="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aphicFrame>
        <p:nvGraphicFramePr>
          <p:cNvPr id="7" name="Gráfico 6">
            <a:extLst>
              <a:ext uri="{FF2B5EF4-FFF2-40B4-BE49-F238E27FC236}">
                <a16:creationId xmlns:a16="http://schemas.microsoft.com/office/drawing/2014/main" id="{E31E679B-BA9B-9A48-AD8C-455A9B721F84}"/>
              </a:ext>
            </a:extLst>
          </p:cNvPr>
          <p:cNvGraphicFramePr/>
          <p:nvPr>
            <p:extLst>
              <p:ext uri="{D42A27DB-BD31-4B8C-83A1-F6EECF244321}">
                <p14:modId xmlns:p14="http://schemas.microsoft.com/office/powerpoint/2010/main" val="4001604165"/>
              </p:ext>
            </p:extLst>
          </p:nvPr>
        </p:nvGraphicFramePr>
        <p:xfrm>
          <a:off x="6096000" y="1148863"/>
          <a:ext cx="5501833" cy="5362774"/>
        </p:xfrm>
        <a:graphic>
          <a:graphicData uri="http://schemas.openxmlformats.org/drawingml/2006/chart">
            <c:chart xmlns:c="http://schemas.openxmlformats.org/drawingml/2006/chart" xmlns:r="http://schemas.openxmlformats.org/officeDocument/2006/relationships" r:id="rId2"/>
          </a:graphicData>
        </a:graphic>
      </p:graphicFrame>
      <p:sp>
        <p:nvSpPr>
          <p:cNvPr id="8" name="Rectángulo 7">
            <a:extLst>
              <a:ext uri="{FF2B5EF4-FFF2-40B4-BE49-F238E27FC236}">
                <a16:creationId xmlns:a16="http://schemas.microsoft.com/office/drawing/2014/main" id="{896456CE-E5B8-BD4F-A0DD-81E7C73AD44B}"/>
              </a:ext>
            </a:extLst>
          </p:cNvPr>
          <p:cNvSpPr/>
          <p:nvPr/>
        </p:nvSpPr>
        <p:spPr>
          <a:xfrm>
            <a:off x="427652" y="999740"/>
            <a:ext cx="4709123" cy="825995"/>
          </a:xfrm>
          <a:prstGeom prst="rect">
            <a:avLst/>
          </a:prstGeom>
        </p:spPr>
        <p:txBody>
          <a:bodyPr wrap="square">
            <a:spAutoFit/>
          </a:bodyPr>
          <a:lstStyle/>
          <a:p>
            <a:pPr lvl="0">
              <a:lnSpc>
                <a:spcPts val="2800"/>
              </a:lnSpc>
              <a:spcAft>
                <a:spcPts val="0"/>
              </a:spcAft>
              <a:buClr>
                <a:srgbClr val="074F6A"/>
              </a:buClr>
            </a:pPr>
            <a:r>
              <a:rPr lang="es-ES" sz="2800" dirty="0">
                <a:solidFill>
                  <a:schemeClr val="bg1"/>
                </a:solidFill>
                <a:latin typeface="DM Serif Display" pitchFamily="2" charset="0"/>
                <a:cs typeface="Times New Roman" panose="02020603050405020304" pitchFamily="18" charset="0"/>
              </a:rPr>
              <a:t>Principales resultados </a:t>
            </a:r>
            <a:br>
              <a:rPr lang="es-ES" sz="2800" dirty="0">
                <a:solidFill>
                  <a:schemeClr val="bg1"/>
                </a:solidFill>
                <a:latin typeface="DM Serif Display" pitchFamily="2" charset="0"/>
                <a:cs typeface="Times New Roman" panose="02020603050405020304" pitchFamily="18" charset="0"/>
              </a:rPr>
            </a:br>
            <a:r>
              <a:rPr lang="es-ES" sz="2800" dirty="0">
                <a:solidFill>
                  <a:schemeClr val="bg1"/>
                </a:solidFill>
                <a:latin typeface="DM Serif Display" pitchFamily="2" charset="0"/>
                <a:cs typeface="Times New Roman" panose="02020603050405020304" pitchFamily="18" charset="0"/>
              </a:rPr>
              <a:t>del periodo </a:t>
            </a:r>
          </a:p>
        </p:txBody>
      </p:sp>
    </p:spTree>
    <p:extLst>
      <p:ext uri="{BB962C8B-B14F-4D97-AF65-F5344CB8AC3E}">
        <p14:creationId xmlns:p14="http://schemas.microsoft.com/office/powerpoint/2010/main" val="25543424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ángulo 11">
            <a:extLst>
              <a:ext uri="{FF2B5EF4-FFF2-40B4-BE49-F238E27FC236}">
                <a16:creationId xmlns:a16="http://schemas.microsoft.com/office/drawing/2014/main" id="{51C9942B-0A87-DD42-BC8A-4FE73ECEC448}"/>
              </a:ext>
            </a:extLst>
          </p:cNvPr>
          <p:cNvSpPr/>
          <p:nvPr/>
        </p:nvSpPr>
        <p:spPr>
          <a:xfrm>
            <a:off x="398584" y="1905696"/>
            <a:ext cx="4833815" cy="2393540"/>
          </a:xfrm>
          <a:prstGeom prst="rect">
            <a:avLst/>
          </a:prstGeom>
        </p:spPr>
        <p:txBody>
          <a:bodyPr wrap="square" anchor="t">
            <a:spAutoFit/>
          </a:bodyPr>
          <a:lstStyle/>
          <a:p>
            <a:pPr marL="15875">
              <a:lnSpc>
                <a:spcPts val="1600"/>
              </a:lnSpc>
              <a:spcAft>
                <a:spcPts val="600"/>
              </a:spcAft>
            </a:pPr>
            <a:r>
              <a:rPr lang="es-ES" sz="1150" kern="0" dirty="0">
                <a:solidFill>
                  <a:schemeClr val="bg1"/>
                </a:solidFill>
                <a:latin typeface="Montserrat" pitchFamily="2" charset="77"/>
                <a:cs typeface="Times New Roman" panose="02020603050405020304" pitchFamily="18" charset="0"/>
              </a:rPr>
              <a:t>La evolución de los datos entre 2019 y 2024 refleja un crecimiento sostenido tras el impacto de la pandemia, con un repunte progresivo que alcanza en 2023 y 2024 los valores más elevados de la serie. En el último ejercicio, el total de turistas se sitúa en torno a 139.320 personas, prácticamente idéntico al año anterior, lo que denota estabilidad en el conjunto de la demanda. </a:t>
            </a:r>
          </a:p>
          <a:p>
            <a:pPr marL="15875">
              <a:lnSpc>
                <a:spcPts val="1600"/>
              </a:lnSpc>
              <a:spcAft>
                <a:spcPts val="600"/>
              </a:spcAft>
            </a:pPr>
            <a:r>
              <a:rPr lang="es-ES" sz="1150" kern="0" dirty="0">
                <a:solidFill>
                  <a:schemeClr val="bg1"/>
                </a:solidFill>
                <a:latin typeface="Montserrat" pitchFamily="2" charset="77"/>
                <a:cs typeface="Times New Roman" panose="02020603050405020304" pitchFamily="18" charset="0"/>
              </a:rPr>
              <a:t>La comparación histórica muestra cómo, tras la contracción de 2020 y 2021, el destino ha recuperado de forma gradual su nivel de visitantes y mantiene desde 2023 un volumen consolidado en cifras máximas de los últimos seis años.</a:t>
            </a:r>
          </a:p>
        </p:txBody>
      </p:sp>
      <p:sp>
        <p:nvSpPr>
          <p:cNvPr id="13" name="Rectángulo 12">
            <a:extLst>
              <a:ext uri="{FF2B5EF4-FFF2-40B4-BE49-F238E27FC236}">
                <a16:creationId xmlns:a16="http://schemas.microsoft.com/office/drawing/2014/main" id="{C9F2CB46-974F-FA46-A0DF-9BBB28B6E8E2}"/>
              </a:ext>
            </a:extLst>
          </p:cNvPr>
          <p:cNvSpPr/>
          <p:nvPr/>
        </p:nvSpPr>
        <p:spPr>
          <a:xfrm>
            <a:off x="457200" y="369025"/>
            <a:ext cx="2618510" cy="303481"/>
          </a:xfrm>
          <a:prstGeom prst="rect">
            <a:avLst/>
          </a:prstGeom>
        </p:spPr>
        <p:txBody>
          <a:bodyPr wrap="square">
            <a:spAutoFit/>
          </a:bodyPr>
          <a:lstStyle/>
          <a:p>
            <a:pPr>
              <a:lnSpc>
                <a:spcPts val="1800"/>
              </a:lnSpc>
            </a:pPr>
            <a:r>
              <a:rPr lang="es-ES" sz="1000" b="1" dirty="0">
                <a:solidFill>
                  <a:schemeClr val="bg1"/>
                </a:solidFill>
                <a:latin typeface="Montserrat Medium" pitchFamily="2" charset="77"/>
                <a:ea typeface="Times New Roman" panose="02020603050405020304" pitchFamily="18" charset="0"/>
                <a:cs typeface="Times New Roman" panose="02020603050405020304" pitchFamily="18" charset="0"/>
              </a:rPr>
              <a:t>AFLUENCIA TURÍSTICA</a:t>
            </a:r>
            <a:endParaRPr lang="es-ES" sz="1000" b="1" dirty="0">
              <a:solidFill>
                <a:schemeClr val="bg1"/>
              </a:solidFill>
              <a:latin typeface="Montserrat Medium" pitchFamily="2" charset="77"/>
            </a:endParaRPr>
          </a:p>
        </p:txBody>
      </p:sp>
      <p:cxnSp>
        <p:nvCxnSpPr>
          <p:cNvPr id="15" name="Conector recto 14">
            <a:extLst>
              <a:ext uri="{FF2B5EF4-FFF2-40B4-BE49-F238E27FC236}">
                <a16:creationId xmlns:a16="http://schemas.microsoft.com/office/drawing/2014/main" id="{71A2D61B-5B16-7442-A1AD-A4F77FBF39A6}"/>
              </a:ext>
            </a:extLst>
          </p:cNvPr>
          <p:cNvCxnSpPr>
            <a:cxnSpLocks/>
          </p:cNvCxnSpPr>
          <p:nvPr/>
        </p:nvCxnSpPr>
        <p:spPr>
          <a:xfrm>
            <a:off x="521677" y="693791"/>
            <a:ext cx="1529861" cy="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aphicFrame>
        <p:nvGraphicFramePr>
          <p:cNvPr id="8" name="Gráfico 7">
            <a:extLst>
              <a:ext uri="{FF2B5EF4-FFF2-40B4-BE49-F238E27FC236}">
                <a16:creationId xmlns:a16="http://schemas.microsoft.com/office/drawing/2014/main" id="{4C7ED280-2256-1E4D-A043-08BFE50BDB24}"/>
              </a:ext>
            </a:extLst>
          </p:cNvPr>
          <p:cNvGraphicFramePr/>
          <p:nvPr>
            <p:extLst>
              <p:ext uri="{D42A27DB-BD31-4B8C-83A1-F6EECF244321}">
                <p14:modId xmlns:p14="http://schemas.microsoft.com/office/powerpoint/2010/main" val="3872952716"/>
              </p:ext>
            </p:extLst>
          </p:nvPr>
        </p:nvGraphicFramePr>
        <p:xfrm>
          <a:off x="6095999" y="1723292"/>
          <a:ext cx="5501835" cy="4797935"/>
        </p:xfrm>
        <a:graphic>
          <a:graphicData uri="http://schemas.openxmlformats.org/drawingml/2006/chart">
            <c:chart xmlns:c="http://schemas.openxmlformats.org/drawingml/2006/chart" xmlns:r="http://schemas.openxmlformats.org/officeDocument/2006/relationships" r:id="rId2"/>
          </a:graphicData>
        </a:graphic>
      </p:graphicFrame>
      <p:sp>
        <p:nvSpPr>
          <p:cNvPr id="9" name="Rectángulo 8">
            <a:extLst>
              <a:ext uri="{FF2B5EF4-FFF2-40B4-BE49-F238E27FC236}">
                <a16:creationId xmlns:a16="http://schemas.microsoft.com/office/drawing/2014/main" id="{17DD0ADA-76DB-F44D-A907-4A634FCFEBE4}"/>
              </a:ext>
            </a:extLst>
          </p:cNvPr>
          <p:cNvSpPr/>
          <p:nvPr/>
        </p:nvSpPr>
        <p:spPr>
          <a:xfrm>
            <a:off x="6095999" y="1022873"/>
            <a:ext cx="5580063" cy="282052"/>
          </a:xfrm>
          <a:prstGeom prst="rect">
            <a:avLst/>
          </a:prstGeom>
          <a:noFill/>
        </p:spPr>
        <p:txBody>
          <a:bodyPr wrap="square">
            <a:spAutoFit/>
          </a:bodyPr>
          <a:lstStyle/>
          <a:p>
            <a:pPr marL="15875" algn="ctr">
              <a:lnSpc>
                <a:spcPts val="1600"/>
              </a:lnSpc>
              <a:buClr>
                <a:srgbClr val="00325C"/>
              </a:buClr>
              <a:buSzPct val="100000"/>
            </a:pPr>
            <a:r>
              <a:rPr lang="es-ES" sz="1100" b="1" kern="0" dirty="0">
                <a:solidFill>
                  <a:schemeClr val="bg1"/>
                </a:solidFill>
                <a:highlight>
                  <a:srgbClr val="04A2B6"/>
                </a:highlight>
                <a:latin typeface="Montserrat SemiBold" pitchFamily="2" charset="77"/>
                <a:cs typeface="Times New Roman" panose="02020603050405020304" pitchFamily="18" charset="0"/>
              </a:rPr>
              <a:t> Turismo nacional</a:t>
            </a:r>
            <a:r>
              <a:rPr lang="es-ES" sz="1100" b="1" kern="0" dirty="0">
                <a:solidFill>
                  <a:srgbClr val="04A2B6"/>
                </a:solidFill>
                <a:highlight>
                  <a:srgbClr val="04A2B6"/>
                </a:highlight>
                <a:latin typeface="Montserrat SemiBold" pitchFamily="2" charset="77"/>
                <a:cs typeface="Times New Roman" panose="02020603050405020304" pitchFamily="18" charset="0"/>
              </a:rPr>
              <a:t>.</a:t>
            </a:r>
            <a:r>
              <a:rPr lang="es-ES" sz="1100" b="1" kern="0" dirty="0">
                <a:solidFill>
                  <a:schemeClr val="bg1"/>
                </a:solidFill>
                <a:latin typeface="Montserrat SemiBold" pitchFamily="2" charset="77"/>
                <a:cs typeface="Times New Roman" panose="02020603050405020304" pitchFamily="18" charset="0"/>
              </a:rPr>
              <a:t>     </a:t>
            </a:r>
            <a:r>
              <a:rPr lang="es-ES" sz="1100" b="1" kern="0" dirty="0">
                <a:solidFill>
                  <a:srgbClr val="95C21E"/>
                </a:solidFill>
                <a:highlight>
                  <a:srgbClr val="95C21E"/>
                </a:highlight>
                <a:latin typeface="Montserrat SemiBold" pitchFamily="2" charset="77"/>
                <a:cs typeface="Times New Roman" panose="02020603050405020304" pitchFamily="18" charset="0"/>
              </a:rPr>
              <a:t> </a:t>
            </a:r>
            <a:r>
              <a:rPr lang="es-ES" sz="1100" b="1" kern="0" dirty="0">
                <a:solidFill>
                  <a:schemeClr val="bg1"/>
                </a:solidFill>
                <a:highlight>
                  <a:srgbClr val="95C21E"/>
                </a:highlight>
                <a:latin typeface="Montserrat SemiBold" pitchFamily="2" charset="77"/>
                <a:cs typeface="Times New Roman" panose="02020603050405020304" pitchFamily="18" charset="0"/>
              </a:rPr>
              <a:t>Turismo internacional</a:t>
            </a:r>
            <a:r>
              <a:rPr lang="es-ES" sz="1100" b="1" kern="0" dirty="0">
                <a:solidFill>
                  <a:srgbClr val="95C21E"/>
                </a:solidFill>
                <a:highlight>
                  <a:srgbClr val="95C21E"/>
                </a:highlight>
                <a:latin typeface="Montserrat SemiBold" pitchFamily="2" charset="77"/>
                <a:cs typeface="Times New Roman" panose="02020603050405020304" pitchFamily="18" charset="0"/>
              </a:rPr>
              <a:t>.</a:t>
            </a:r>
            <a:r>
              <a:rPr lang="es-ES" sz="1100" b="1" kern="0" dirty="0">
                <a:solidFill>
                  <a:schemeClr val="bg1"/>
                </a:solidFill>
                <a:latin typeface="Montserrat SemiBold" pitchFamily="2" charset="77"/>
                <a:cs typeface="Times New Roman" panose="02020603050405020304" pitchFamily="18" charset="0"/>
              </a:rPr>
              <a:t>     </a:t>
            </a:r>
            <a:r>
              <a:rPr lang="es-ES" sz="1100" b="1" kern="0" dirty="0">
                <a:solidFill>
                  <a:srgbClr val="27649F"/>
                </a:solidFill>
                <a:highlight>
                  <a:srgbClr val="27649F"/>
                </a:highlight>
                <a:latin typeface="Montserrat SemiBold" pitchFamily="2" charset="77"/>
                <a:cs typeface="Times New Roman" panose="02020603050405020304" pitchFamily="18" charset="0"/>
              </a:rPr>
              <a:t> </a:t>
            </a:r>
            <a:r>
              <a:rPr lang="es-ES" sz="1100" b="1" kern="0" dirty="0">
                <a:solidFill>
                  <a:schemeClr val="bg1"/>
                </a:solidFill>
                <a:highlight>
                  <a:srgbClr val="27649F"/>
                </a:highlight>
                <a:latin typeface="Montserrat SemiBold" pitchFamily="2" charset="77"/>
                <a:cs typeface="Times New Roman" panose="02020603050405020304" pitchFamily="18" charset="0"/>
              </a:rPr>
              <a:t>Afluencia total</a:t>
            </a:r>
            <a:r>
              <a:rPr lang="es-ES" sz="1100" b="1" kern="0" dirty="0">
                <a:solidFill>
                  <a:srgbClr val="27649F"/>
                </a:solidFill>
                <a:highlight>
                  <a:srgbClr val="27649F"/>
                </a:highlight>
                <a:latin typeface="Montserrat SemiBold" pitchFamily="2" charset="77"/>
                <a:cs typeface="Times New Roman" panose="02020603050405020304" pitchFamily="18" charset="0"/>
              </a:rPr>
              <a:t>.</a:t>
            </a:r>
            <a:endParaRPr lang="es-ES" sz="1100" b="1" kern="0" dirty="0">
              <a:solidFill>
                <a:srgbClr val="27649F"/>
              </a:solidFill>
              <a:highlight>
                <a:srgbClr val="27649F"/>
              </a:highlight>
              <a:latin typeface="Montserrat" pitchFamily="2" charset="77"/>
              <a:cs typeface="Times New Roman" panose="02020603050405020304" pitchFamily="18" charset="0"/>
            </a:endParaRPr>
          </a:p>
        </p:txBody>
      </p:sp>
      <p:sp>
        <p:nvSpPr>
          <p:cNvPr id="11" name="Rectángulo 10">
            <a:extLst>
              <a:ext uri="{FF2B5EF4-FFF2-40B4-BE49-F238E27FC236}">
                <a16:creationId xmlns:a16="http://schemas.microsoft.com/office/drawing/2014/main" id="{716F3FC8-DA67-C442-A825-FE4460C9371D}"/>
              </a:ext>
            </a:extLst>
          </p:cNvPr>
          <p:cNvSpPr/>
          <p:nvPr/>
        </p:nvSpPr>
        <p:spPr>
          <a:xfrm>
            <a:off x="427652" y="999740"/>
            <a:ext cx="4709123" cy="825995"/>
          </a:xfrm>
          <a:prstGeom prst="rect">
            <a:avLst/>
          </a:prstGeom>
        </p:spPr>
        <p:txBody>
          <a:bodyPr wrap="square">
            <a:spAutoFit/>
          </a:bodyPr>
          <a:lstStyle/>
          <a:p>
            <a:pPr lvl="0">
              <a:lnSpc>
                <a:spcPts val="2800"/>
              </a:lnSpc>
              <a:spcAft>
                <a:spcPts val="0"/>
              </a:spcAft>
              <a:buClr>
                <a:srgbClr val="074F6A"/>
              </a:buClr>
            </a:pPr>
            <a:r>
              <a:rPr lang="es-ES" sz="2800" dirty="0">
                <a:solidFill>
                  <a:schemeClr val="bg1"/>
                </a:solidFill>
                <a:latin typeface="DM Serif Display" pitchFamily="2" charset="0"/>
                <a:cs typeface="Times New Roman" panose="02020603050405020304" pitchFamily="18" charset="0"/>
              </a:rPr>
              <a:t>Principales resultados </a:t>
            </a:r>
            <a:br>
              <a:rPr lang="es-ES" sz="2800" dirty="0">
                <a:solidFill>
                  <a:schemeClr val="bg1"/>
                </a:solidFill>
                <a:latin typeface="DM Serif Display" pitchFamily="2" charset="0"/>
                <a:cs typeface="Times New Roman" panose="02020603050405020304" pitchFamily="18" charset="0"/>
              </a:rPr>
            </a:br>
            <a:r>
              <a:rPr lang="es-ES" sz="2800" dirty="0">
                <a:solidFill>
                  <a:schemeClr val="bg1"/>
                </a:solidFill>
                <a:latin typeface="DM Serif Display" pitchFamily="2" charset="0"/>
                <a:cs typeface="Times New Roman" panose="02020603050405020304" pitchFamily="18" charset="0"/>
              </a:rPr>
              <a:t>del periodo </a:t>
            </a:r>
          </a:p>
        </p:txBody>
      </p:sp>
    </p:spTree>
    <p:extLst>
      <p:ext uri="{BB962C8B-B14F-4D97-AF65-F5344CB8AC3E}">
        <p14:creationId xmlns:p14="http://schemas.microsoft.com/office/powerpoint/2010/main" val="39559744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ángulo 11">
            <a:extLst>
              <a:ext uri="{FF2B5EF4-FFF2-40B4-BE49-F238E27FC236}">
                <a16:creationId xmlns:a16="http://schemas.microsoft.com/office/drawing/2014/main" id="{51C9942B-0A87-DD42-BC8A-4FE73ECEC448}"/>
              </a:ext>
            </a:extLst>
          </p:cNvPr>
          <p:cNvSpPr/>
          <p:nvPr/>
        </p:nvSpPr>
        <p:spPr>
          <a:xfrm>
            <a:off x="398584" y="1892249"/>
            <a:ext cx="4833815" cy="2659511"/>
          </a:xfrm>
          <a:prstGeom prst="rect">
            <a:avLst/>
          </a:prstGeom>
        </p:spPr>
        <p:txBody>
          <a:bodyPr wrap="square" anchor="t">
            <a:spAutoFit/>
          </a:bodyPr>
          <a:lstStyle/>
          <a:p>
            <a:pPr marL="15875">
              <a:lnSpc>
                <a:spcPct val="115000"/>
              </a:lnSpc>
              <a:spcAft>
                <a:spcPts val="0"/>
              </a:spcAft>
              <a:buClr>
                <a:srgbClr val="00325C"/>
              </a:buClr>
              <a:buSzPct val="100000"/>
            </a:pPr>
            <a:r>
              <a:rPr lang="es-ES" sz="1200" b="1" kern="0" dirty="0">
                <a:solidFill>
                  <a:schemeClr val="bg1"/>
                </a:solidFill>
                <a:latin typeface="Montserrat SemiBold" pitchFamily="2" charset="77"/>
                <a:cs typeface="Times New Roman" panose="02020603050405020304" pitchFamily="18" charset="0"/>
              </a:rPr>
              <a:t>Turismo nacional  </a:t>
            </a:r>
          </a:p>
          <a:p>
            <a:pPr marL="15875">
              <a:lnSpc>
                <a:spcPts val="1600"/>
              </a:lnSpc>
              <a:spcAft>
                <a:spcPts val="600"/>
              </a:spcAft>
            </a:pPr>
            <a:r>
              <a:rPr lang="es-ES" sz="1200" kern="0" dirty="0">
                <a:solidFill>
                  <a:schemeClr val="bg1"/>
                </a:solidFill>
                <a:latin typeface="Montserrat" pitchFamily="2" charset="77"/>
                <a:cs typeface="Times New Roman" panose="02020603050405020304" pitchFamily="18" charset="0"/>
              </a:rPr>
              <a:t>El gráfico pone de manifiesto un </a:t>
            </a:r>
            <a:r>
              <a:rPr lang="es-ES" sz="1200" b="1" kern="0" dirty="0">
                <a:solidFill>
                  <a:schemeClr val="bg1"/>
                </a:solidFill>
                <a:latin typeface="Montserrat" pitchFamily="2" charset="77"/>
                <a:cs typeface="Times New Roman" panose="02020603050405020304" pitchFamily="18" charset="0"/>
              </a:rPr>
              <a:t>crecimiento </a:t>
            </a:r>
            <a:r>
              <a:rPr lang="es-ES" sz="1150" b="1" kern="0" dirty="0">
                <a:solidFill>
                  <a:schemeClr val="bg1"/>
                </a:solidFill>
                <a:latin typeface="Montserrat" pitchFamily="2" charset="77"/>
                <a:cs typeface="Times New Roman" panose="02020603050405020304" pitchFamily="18" charset="0"/>
              </a:rPr>
              <a:t>sostenido</a:t>
            </a:r>
            <a:r>
              <a:rPr lang="es-ES" sz="1200" b="1" kern="0" dirty="0">
                <a:solidFill>
                  <a:schemeClr val="bg1"/>
                </a:solidFill>
                <a:latin typeface="Montserrat" pitchFamily="2" charset="77"/>
                <a:cs typeface="Times New Roman" panose="02020603050405020304" pitchFamily="18" charset="0"/>
              </a:rPr>
              <a:t> del turismo nacional entre 2022 y 2024</a:t>
            </a:r>
            <a:r>
              <a:rPr lang="es-ES" sz="1200" kern="0" dirty="0">
                <a:solidFill>
                  <a:schemeClr val="bg1"/>
                </a:solidFill>
                <a:latin typeface="Montserrat" pitchFamily="2" charset="77"/>
                <a:cs typeface="Times New Roman" panose="02020603050405020304" pitchFamily="18" charset="0"/>
              </a:rPr>
              <a:t>, con un aumento progresivo de visitantes en cada uno de los años. Los picos más destacados se concentran en julio y agosto, donde 2024 alcanza cifras muy superiores a las de los dos años anteriores. </a:t>
            </a:r>
          </a:p>
          <a:p>
            <a:pPr marL="15875">
              <a:lnSpc>
                <a:spcPct val="115000"/>
              </a:lnSpc>
              <a:spcAft>
                <a:spcPts val="600"/>
              </a:spcAft>
            </a:pPr>
            <a:r>
              <a:rPr lang="es-ES" sz="1200" kern="0" dirty="0">
                <a:solidFill>
                  <a:schemeClr val="bg1"/>
                </a:solidFill>
                <a:latin typeface="Montserrat" pitchFamily="2" charset="77"/>
                <a:cs typeface="Times New Roman" panose="02020603050405020304" pitchFamily="18" charset="0"/>
              </a:rPr>
              <a:t>Aunque los meses de invierno y otoño presentan valores más bajos, también se aprecia una evolución ascendente respecto a 2022 y 2023, lo que confirma una tendencia general al alza y refuerza el peso del mercado interno en la actividad turística.</a:t>
            </a:r>
          </a:p>
        </p:txBody>
      </p:sp>
      <p:sp>
        <p:nvSpPr>
          <p:cNvPr id="10" name="Rectángulo 9">
            <a:extLst>
              <a:ext uri="{FF2B5EF4-FFF2-40B4-BE49-F238E27FC236}">
                <a16:creationId xmlns:a16="http://schemas.microsoft.com/office/drawing/2014/main" id="{B9CFB1B3-EEBF-7A4A-95DC-933AEFC8FA3F}"/>
              </a:ext>
            </a:extLst>
          </p:cNvPr>
          <p:cNvSpPr/>
          <p:nvPr/>
        </p:nvSpPr>
        <p:spPr>
          <a:xfrm>
            <a:off x="427652" y="999740"/>
            <a:ext cx="4709123" cy="825995"/>
          </a:xfrm>
          <a:prstGeom prst="rect">
            <a:avLst/>
          </a:prstGeom>
        </p:spPr>
        <p:txBody>
          <a:bodyPr wrap="square">
            <a:spAutoFit/>
          </a:bodyPr>
          <a:lstStyle/>
          <a:p>
            <a:pPr>
              <a:lnSpc>
                <a:spcPts val="2800"/>
              </a:lnSpc>
              <a:buClr>
                <a:srgbClr val="074F6A"/>
              </a:buClr>
            </a:pPr>
            <a:r>
              <a:rPr lang="es-ES" sz="2800" dirty="0">
                <a:solidFill>
                  <a:schemeClr val="bg1"/>
                </a:solidFill>
                <a:latin typeface="DM Serif Display" pitchFamily="2" charset="0"/>
                <a:cs typeface="Times New Roman" panose="02020603050405020304" pitchFamily="18" charset="0"/>
              </a:rPr>
              <a:t>Evolución reciente </a:t>
            </a:r>
            <a:br>
              <a:rPr lang="es-ES" sz="2800" dirty="0">
                <a:solidFill>
                  <a:schemeClr val="bg1"/>
                </a:solidFill>
                <a:latin typeface="DM Serif Display" pitchFamily="2" charset="0"/>
                <a:cs typeface="Times New Roman" panose="02020603050405020304" pitchFamily="18" charset="0"/>
              </a:rPr>
            </a:br>
            <a:r>
              <a:rPr lang="es-ES" sz="2800" dirty="0">
                <a:solidFill>
                  <a:schemeClr val="bg1"/>
                </a:solidFill>
                <a:latin typeface="DM Serif Display" pitchFamily="2" charset="0"/>
                <a:cs typeface="Times New Roman" panose="02020603050405020304" pitchFamily="18" charset="0"/>
              </a:rPr>
              <a:t>y lectura de tendencias</a:t>
            </a:r>
          </a:p>
        </p:txBody>
      </p:sp>
      <p:sp>
        <p:nvSpPr>
          <p:cNvPr id="13" name="Rectángulo 12">
            <a:extLst>
              <a:ext uri="{FF2B5EF4-FFF2-40B4-BE49-F238E27FC236}">
                <a16:creationId xmlns:a16="http://schemas.microsoft.com/office/drawing/2014/main" id="{C9F2CB46-974F-FA46-A0DF-9BBB28B6E8E2}"/>
              </a:ext>
            </a:extLst>
          </p:cNvPr>
          <p:cNvSpPr/>
          <p:nvPr/>
        </p:nvSpPr>
        <p:spPr>
          <a:xfrm>
            <a:off x="457200" y="369025"/>
            <a:ext cx="2618510" cy="303481"/>
          </a:xfrm>
          <a:prstGeom prst="rect">
            <a:avLst/>
          </a:prstGeom>
        </p:spPr>
        <p:txBody>
          <a:bodyPr wrap="square">
            <a:spAutoFit/>
          </a:bodyPr>
          <a:lstStyle/>
          <a:p>
            <a:pPr>
              <a:lnSpc>
                <a:spcPts val="1800"/>
              </a:lnSpc>
            </a:pPr>
            <a:r>
              <a:rPr lang="es-ES" sz="1000" b="1" dirty="0">
                <a:solidFill>
                  <a:schemeClr val="bg1"/>
                </a:solidFill>
                <a:latin typeface="Montserrat Medium" pitchFamily="2" charset="77"/>
                <a:ea typeface="Times New Roman" panose="02020603050405020304" pitchFamily="18" charset="0"/>
                <a:cs typeface="Times New Roman" panose="02020603050405020304" pitchFamily="18" charset="0"/>
              </a:rPr>
              <a:t>AFLUENCIA TURÍSTICA</a:t>
            </a:r>
            <a:endParaRPr lang="es-ES" sz="1000" b="1" dirty="0">
              <a:solidFill>
                <a:schemeClr val="bg1"/>
              </a:solidFill>
              <a:latin typeface="Montserrat Medium" pitchFamily="2" charset="77"/>
            </a:endParaRPr>
          </a:p>
        </p:txBody>
      </p:sp>
      <p:cxnSp>
        <p:nvCxnSpPr>
          <p:cNvPr id="15" name="Conector recto 14">
            <a:extLst>
              <a:ext uri="{FF2B5EF4-FFF2-40B4-BE49-F238E27FC236}">
                <a16:creationId xmlns:a16="http://schemas.microsoft.com/office/drawing/2014/main" id="{71A2D61B-5B16-7442-A1AD-A4F77FBF39A6}"/>
              </a:ext>
            </a:extLst>
          </p:cNvPr>
          <p:cNvCxnSpPr>
            <a:cxnSpLocks/>
          </p:cNvCxnSpPr>
          <p:nvPr/>
        </p:nvCxnSpPr>
        <p:spPr>
          <a:xfrm>
            <a:off x="521677" y="693791"/>
            <a:ext cx="1529861" cy="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aphicFrame>
        <p:nvGraphicFramePr>
          <p:cNvPr id="11" name="Gráfico 10">
            <a:extLst>
              <a:ext uri="{FF2B5EF4-FFF2-40B4-BE49-F238E27FC236}">
                <a16:creationId xmlns:a16="http://schemas.microsoft.com/office/drawing/2014/main" id="{20BEBA1D-0125-EF48-AAB9-E14627116207}"/>
              </a:ext>
            </a:extLst>
          </p:cNvPr>
          <p:cNvGraphicFramePr/>
          <p:nvPr>
            <p:extLst>
              <p:ext uri="{D42A27DB-BD31-4B8C-83A1-F6EECF244321}">
                <p14:modId xmlns:p14="http://schemas.microsoft.com/office/powerpoint/2010/main" val="3528675465"/>
              </p:ext>
            </p:extLst>
          </p:nvPr>
        </p:nvGraphicFramePr>
        <p:xfrm>
          <a:off x="6096000" y="1304925"/>
          <a:ext cx="5697415" cy="522482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1627138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ángulo 11">
            <a:extLst>
              <a:ext uri="{FF2B5EF4-FFF2-40B4-BE49-F238E27FC236}">
                <a16:creationId xmlns:a16="http://schemas.microsoft.com/office/drawing/2014/main" id="{51C9942B-0A87-DD42-BC8A-4FE73ECEC448}"/>
              </a:ext>
            </a:extLst>
          </p:cNvPr>
          <p:cNvSpPr/>
          <p:nvPr/>
        </p:nvSpPr>
        <p:spPr>
          <a:xfrm>
            <a:off x="398584" y="1905696"/>
            <a:ext cx="4833815" cy="2991909"/>
          </a:xfrm>
          <a:prstGeom prst="rect">
            <a:avLst/>
          </a:prstGeom>
        </p:spPr>
        <p:txBody>
          <a:bodyPr wrap="square" anchor="t">
            <a:spAutoFit/>
          </a:bodyPr>
          <a:lstStyle/>
          <a:p>
            <a:pPr marL="15875">
              <a:lnSpc>
                <a:spcPts val="1600"/>
              </a:lnSpc>
              <a:spcAft>
                <a:spcPts val="0"/>
              </a:spcAft>
              <a:buClr>
                <a:srgbClr val="00325C"/>
              </a:buClr>
              <a:buSzPct val="100000"/>
            </a:pPr>
            <a:r>
              <a:rPr lang="es-ES" sz="1150" b="1" kern="0" dirty="0">
                <a:solidFill>
                  <a:schemeClr val="bg1"/>
                </a:solidFill>
                <a:latin typeface="Montserrat SemiBold" pitchFamily="2" charset="77"/>
                <a:cs typeface="Times New Roman" panose="02020603050405020304" pitchFamily="18" charset="0"/>
              </a:rPr>
              <a:t>Turismo internacional  </a:t>
            </a:r>
          </a:p>
          <a:p>
            <a:pPr marL="9525">
              <a:lnSpc>
                <a:spcPts val="1600"/>
              </a:lnSpc>
              <a:spcAft>
                <a:spcPts val="600"/>
              </a:spcAft>
            </a:pPr>
            <a:r>
              <a:rPr lang="es-ES" sz="1150" kern="0" dirty="0">
                <a:solidFill>
                  <a:schemeClr val="bg1"/>
                </a:solidFill>
                <a:latin typeface="Montserrat" pitchFamily="2" charset="77"/>
                <a:cs typeface="Times New Roman" panose="02020603050405020304" pitchFamily="18" charset="0"/>
              </a:rPr>
              <a:t>El turismo internacional también mantiene una </a:t>
            </a:r>
            <a:r>
              <a:rPr lang="es-ES" sz="1150" b="1" kern="0" dirty="0">
                <a:solidFill>
                  <a:schemeClr val="bg1"/>
                </a:solidFill>
                <a:latin typeface="Montserrat" pitchFamily="2" charset="77"/>
                <a:cs typeface="Times New Roman" panose="02020603050405020304" pitchFamily="18" charset="0"/>
              </a:rPr>
              <a:t>senda de crecimiento constante entre 2022 y 2024</a:t>
            </a:r>
            <a:r>
              <a:rPr lang="es-ES" sz="1150" kern="0" dirty="0">
                <a:solidFill>
                  <a:schemeClr val="bg1"/>
                </a:solidFill>
                <a:latin typeface="Montserrat" pitchFamily="2" charset="77"/>
                <a:cs typeface="Times New Roman" panose="02020603050405020304" pitchFamily="18" charset="0"/>
              </a:rPr>
              <a:t>, con incrementos significativos cada año. En 2024 se observa un claro repunte durante los meses de verano, alcanzando un máximo en julio y agosto por encima de las 50.000 llegadas, muy superior a los registros de 2022 y 2023. </a:t>
            </a:r>
          </a:p>
          <a:p>
            <a:pPr marL="9525">
              <a:lnSpc>
                <a:spcPts val="1600"/>
              </a:lnSpc>
              <a:spcAft>
                <a:spcPts val="600"/>
              </a:spcAft>
            </a:pPr>
            <a:r>
              <a:rPr lang="es-ES" sz="1150" kern="0" dirty="0">
                <a:solidFill>
                  <a:schemeClr val="bg1"/>
                </a:solidFill>
                <a:latin typeface="Montserrat" pitchFamily="2" charset="77"/>
                <a:cs typeface="Times New Roman" panose="02020603050405020304" pitchFamily="18" charset="0"/>
              </a:rPr>
              <a:t>Aunque en otoño e invierno los valores descienden, se mantienen igualmente por encima de los niveles de años previos, lo que confirma la expansión del mercado internacional y su papel creciente en la dinamización de la actividad turística del destino.</a:t>
            </a:r>
          </a:p>
          <a:p>
            <a:pPr marL="15875">
              <a:lnSpc>
                <a:spcPts val="1600"/>
              </a:lnSpc>
              <a:spcAft>
                <a:spcPts val="0"/>
              </a:spcAft>
            </a:pPr>
            <a:endParaRPr lang="es-ES" sz="1150" kern="0" dirty="0">
              <a:solidFill>
                <a:schemeClr val="bg1"/>
              </a:solidFill>
              <a:latin typeface="Montserrat" pitchFamily="2" charset="77"/>
              <a:cs typeface="Times New Roman" panose="02020603050405020304" pitchFamily="18" charset="0"/>
            </a:endParaRPr>
          </a:p>
        </p:txBody>
      </p:sp>
      <p:sp>
        <p:nvSpPr>
          <p:cNvPr id="13" name="Rectángulo 12">
            <a:extLst>
              <a:ext uri="{FF2B5EF4-FFF2-40B4-BE49-F238E27FC236}">
                <a16:creationId xmlns:a16="http://schemas.microsoft.com/office/drawing/2014/main" id="{C9F2CB46-974F-FA46-A0DF-9BBB28B6E8E2}"/>
              </a:ext>
            </a:extLst>
          </p:cNvPr>
          <p:cNvSpPr/>
          <p:nvPr/>
        </p:nvSpPr>
        <p:spPr>
          <a:xfrm>
            <a:off x="457200" y="369025"/>
            <a:ext cx="2618510" cy="303481"/>
          </a:xfrm>
          <a:prstGeom prst="rect">
            <a:avLst/>
          </a:prstGeom>
        </p:spPr>
        <p:txBody>
          <a:bodyPr wrap="square">
            <a:spAutoFit/>
          </a:bodyPr>
          <a:lstStyle/>
          <a:p>
            <a:pPr>
              <a:lnSpc>
                <a:spcPts val="1800"/>
              </a:lnSpc>
            </a:pPr>
            <a:r>
              <a:rPr lang="es-ES" sz="1000" b="1" dirty="0">
                <a:solidFill>
                  <a:schemeClr val="bg1"/>
                </a:solidFill>
                <a:latin typeface="Montserrat Medium" pitchFamily="2" charset="77"/>
                <a:ea typeface="Times New Roman" panose="02020603050405020304" pitchFamily="18" charset="0"/>
                <a:cs typeface="Times New Roman" panose="02020603050405020304" pitchFamily="18" charset="0"/>
              </a:rPr>
              <a:t>AFLUENCIA TURÍSTICA</a:t>
            </a:r>
            <a:endParaRPr lang="es-ES" sz="1000" b="1" dirty="0">
              <a:solidFill>
                <a:schemeClr val="bg1"/>
              </a:solidFill>
              <a:latin typeface="Montserrat Medium" pitchFamily="2" charset="77"/>
            </a:endParaRPr>
          </a:p>
        </p:txBody>
      </p:sp>
      <p:cxnSp>
        <p:nvCxnSpPr>
          <p:cNvPr id="15" name="Conector recto 14">
            <a:extLst>
              <a:ext uri="{FF2B5EF4-FFF2-40B4-BE49-F238E27FC236}">
                <a16:creationId xmlns:a16="http://schemas.microsoft.com/office/drawing/2014/main" id="{71A2D61B-5B16-7442-A1AD-A4F77FBF39A6}"/>
              </a:ext>
            </a:extLst>
          </p:cNvPr>
          <p:cNvCxnSpPr>
            <a:cxnSpLocks/>
          </p:cNvCxnSpPr>
          <p:nvPr/>
        </p:nvCxnSpPr>
        <p:spPr>
          <a:xfrm>
            <a:off x="521677" y="693791"/>
            <a:ext cx="1529861" cy="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aphicFrame>
        <p:nvGraphicFramePr>
          <p:cNvPr id="7" name="Gráfico 6">
            <a:extLst>
              <a:ext uri="{FF2B5EF4-FFF2-40B4-BE49-F238E27FC236}">
                <a16:creationId xmlns:a16="http://schemas.microsoft.com/office/drawing/2014/main" id="{F3DBD62F-AE19-4344-894E-E06F4C914218}"/>
              </a:ext>
            </a:extLst>
          </p:cNvPr>
          <p:cNvGraphicFramePr/>
          <p:nvPr>
            <p:extLst>
              <p:ext uri="{D42A27DB-BD31-4B8C-83A1-F6EECF244321}">
                <p14:modId xmlns:p14="http://schemas.microsoft.com/office/powerpoint/2010/main" val="2184533367"/>
              </p:ext>
            </p:extLst>
          </p:nvPr>
        </p:nvGraphicFramePr>
        <p:xfrm>
          <a:off x="6096000" y="1304925"/>
          <a:ext cx="5685692" cy="5236552"/>
        </p:xfrm>
        <a:graphic>
          <a:graphicData uri="http://schemas.openxmlformats.org/drawingml/2006/chart">
            <c:chart xmlns:c="http://schemas.openxmlformats.org/drawingml/2006/chart" xmlns:r="http://schemas.openxmlformats.org/officeDocument/2006/relationships" r:id="rId2"/>
          </a:graphicData>
        </a:graphic>
      </p:graphicFrame>
      <p:sp>
        <p:nvSpPr>
          <p:cNvPr id="8" name="Rectángulo 7">
            <a:extLst>
              <a:ext uri="{FF2B5EF4-FFF2-40B4-BE49-F238E27FC236}">
                <a16:creationId xmlns:a16="http://schemas.microsoft.com/office/drawing/2014/main" id="{E2C6DE5E-4FF4-7246-8F66-80D3ED6A5BAF}"/>
              </a:ext>
            </a:extLst>
          </p:cNvPr>
          <p:cNvSpPr/>
          <p:nvPr/>
        </p:nvSpPr>
        <p:spPr>
          <a:xfrm>
            <a:off x="427652" y="999740"/>
            <a:ext cx="4709123" cy="825995"/>
          </a:xfrm>
          <a:prstGeom prst="rect">
            <a:avLst/>
          </a:prstGeom>
        </p:spPr>
        <p:txBody>
          <a:bodyPr wrap="square">
            <a:spAutoFit/>
          </a:bodyPr>
          <a:lstStyle/>
          <a:p>
            <a:pPr>
              <a:lnSpc>
                <a:spcPts val="2800"/>
              </a:lnSpc>
              <a:buClr>
                <a:srgbClr val="074F6A"/>
              </a:buClr>
            </a:pPr>
            <a:r>
              <a:rPr lang="es-ES" sz="2800" dirty="0">
                <a:solidFill>
                  <a:schemeClr val="bg1"/>
                </a:solidFill>
                <a:latin typeface="DM Serif Display" pitchFamily="2" charset="0"/>
                <a:cs typeface="Times New Roman" panose="02020603050405020304" pitchFamily="18" charset="0"/>
              </a:rPr>
              <a:t>Evolución </a:t>
            </a:r>
            <a:r>
              <a:rPr lang="es-ES" sz="2800">
                <a:solidFill>
                  <a:schemeClr val="bg1"/>
                </a:solidFill>
                <a:latin typeface="DM Serif Display" pitchFamily="2" charset="0"/>
                <a:cs typeface="Times New Roman" panose="02020603050405020304" pitchFamily="18" charset="0"/>
              </a:rPr>
              <a:t>reciente </a:t>
            </a:r>
            <a:br>
              <a:rPr lang="es-ES" sz="2800">
                <a:solidFill>
                  <a:schemeClr val="bg1"/>
                </a:solidFill>
                <a:latin typeface="DM Serif Display" pitchFamily="2" charset="0"/>
                <a:cs typeface="Times New Roman" panose="02020603050405020304" pitchFamily="18" charset="0"/>
              </a:rPr>
            </a:br>
            <a:r>
              <a:rPr lang="es-ES" sz="2800">
                <a:solidFill>
                  <a:schemeClr val="bg1"/>
                </a:solidFill>
                <a:latin typeface="DM Serif Display" pitchFamily="2" charset="0"/>
                <a:cs typeface="Times New Roman" panose="02020603050405020304" pitchFamily="18" charset="0"/>
              </a:rPr>
              <a:t>y </a:t>
            </a:r>
            <a:r>
              <a:rPr lang="es-ES" sz="2800" dirty="0">
                <a:solidFill>
                  <a:schemeClr val="bg1"/>
                </a:solidFill>
                <a:latin typeface="DM Serif Display" pitchFamily="2" charset="0"/>
                <a:cs typeface="Times New Roman" panose="02020603050405020304" pitchFamily="18" charset="0"/>
              </a:rPr>
              <a:t>lectura de tendencias</a:t>
            </a:r>
          </a:p>
        </p:txBody>
      </p:sp>
    </p:spTree>
    <p:extLst>
      <p:ext uri="{BB962C8B-B14F-4D97-AF65-F5344CB8AC3E}">
        <p14:creationId xmlns:p14="http://schemas.microsoft.com/office/powerpoint/2010/main" val="37032144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ángulo 11">
            <a:extLst>
              <a:ext uri="{FF2B5EF4-FFF2-40B4-BE49-F238E27FC236}">
                <a16:creationId xmlns:a16="http://schemas.microsoft.com/office/drawing/2014/main" id="{51C9942B-0A87-DD42-BC8A-4FE73ECEC448}"/>
              </a:ext>
            </a:extLst>
          </p:cNvPr>
          <p:cNvSpPr/>
          <p:nvPr/>
        </p:nvSpPr>
        <p:spPr>
          <a:xfrm>
            <a:off x="398584" y="2241870"/>
            <a:ext cx="4833815" cy="2723631"/>
          </a:xfrm>
          <a:prstGeom prst="rect">
            <a:avLst/>
          </a:prstGeom>
        </p:spPr>
        <p:txBody>
          <a:bodyPr wrap="square" anchor="t">
            <a:spAutoFit/>
          </a:bodyPr>
          <a:lstStyle/>
          <a:p>
            <a:pPr marL="15875">
              <a:lnSpc>
                <a:spcPts val="1600"/>
              </a:lnSpc>
              <a:spcAft>
                <a:spcPts val="0"/>
              </a:spcAft>
              <a:buClr>
                <a:srgbClr val="00325C"/>
              </a:buClr>
              <a:buSzPct val="100000"/>
            </a:pPr>
            <a:r>
              <a:rPr lang="es-ES" sz="1150" b="1" kern="0" dirty="0">
                <a:solidFill>
                  <a:schemeClr val="bg1"/>
                </a:solidFill>
                <a:latin typeface="Montserrat SemiBold" pitchFamily="2" charset="77"/>
                <a:cs typeface="Times New Roman" panose="02020603050405020304" pitchFamily="18" charset="0"/>
              </a:rPr>
              <a:t>Turismo nacional</a:t>
            </a:r>
          </a:p>
          <a:p>
            <a:pPr marL="15875">
              <a:lnSpc>
                <a:spcPts val="1600"/>
              </a:lnSpc>
              <a:spcAft>
                <a:spcPts val="0"/>
              </a:spcAft>
              <a:buClr>
                <a:srgbClr val="00325C"/>
              </a:buClr>
              <a:buSzPct val="100000"/>
            </a:pPr>
            <a:r>
              <a:rPr lang="es-ES" sz="1150" kern="0" dirty="0">
                <a:solidFill>
                  <a:schemeClr val="bg1"/>
                </a:solidFill>
                <a:latin typeface="Montserrat" pitchFamily="2" charset="77"/>
                <a:cs typeface="Times New Roman" panose="02020603050405020304" pitchFamily="18" charset="0"/>
              </a:rPr>
              <a:t>En 2024, </a:t>
            </a:r>
            <a:r>
              <a:rPr lang="es-ES" sz="1150" b="1" kern="0" dirty="0">
                <a:solidFill>
                  <a:schemeClr val="bg1"/>
                </a:solidFill>
                <a:latin typeface="Montserrat" pitchFamily="2" charset="77"/>
                <a:cs typeface="Times New Roman" panose="02020603050405020304" pitchFamily="18" charset="0"/>
              </a:rPr>
              <a:t>la Comunidad Valenciana se mantiene como el principal mercado emisor</a:t>
            </a:r>
            <a:r>
              <a:rPr lang="es-ES" sz="1150" kern="0" dirty="0">
                <a:solidFill>
                  <a:schemeClr val="bg1"/>
                </a:solidFill>
                <a:latin typeface="Montserrat" pitchFamily="2" charset="77"/>
                <a:cs typeface="Times New Roman" panose="02020603050405020304" pitchFamily="18" charset="0"/>
              </a:rPr>
              <a:t>, con 23.079 visitantes y un crecimiento interanual del +3,3%, consolidando su peso en la demanda. Le sigue la Comunidad de Madrid, con 7.185 turistas, aunque registra una caída del −15,6% respecto a 2023. El mercado de Murcia muestra el mayor dinamismo relativo, con 1.306 visitantes y un incremento del +27,2%, mientras que Albacete, con 559 turistas, experimenta un retroceso del −7,7%. En conjunto, los datos confirman la relevancia del mercado valenciano como base estable de visitantes, al tiempo que destacan el potencial de crecimiento de los mercados cercanos como Murcia.  </a:t>
            </a:r>
          </a:p>
        </p:txBody>
      </p:sp>
      <p:sp>
        <p:nvSpPr>
          <p:cNvPr id="10" name="Rectángulo 9">
            <a:extLst>
              <a:ext uri="{FF2B5EF4-FFF2-40B4-BE49-F238E27FC236}">
                <a16:creationId xmlns:a16="http://schemas.microsoft.com/office/drawing/2014/main" id="{B9CFB1B3-EEBF-7A4A-95DC-933AEFC8FA3F}"/>
              </a:ext>
            </a:extLst>
          </p:cNvPr>
          <p:cNvSpPr/>
          <p:nvPr/>
        </p:nvSpPr>
        <p:spPr>
          <a:xfrm>
            <a:off x="427652" y="999740"/>
            <a:ext cx="4776359" cy="1192571"/>
          </a:xfrm>
          <a:prstGeom prst="rect">
            <a:avLst/>
          </a:prstGeom>
        </p:spPr>
        <p:txBody>
          <a:bodyPr wrap="square">
            <a:spAutoFit/>
          </a:bodyPr>
          <a:lstStyle/>
          <a:p>
            <a:pPr>
              <a:lnSpc>
                <a:spcPts val="2800"/>
              </a:lnSpc>
              <a:buClr>
                <a:srgbClr val="074F6A"/>
              </a:buClr>
            </a:pPr>
            <a:r>
              <a:rPr lang="es-ES" sz="2800" dirty="0">
                <a:solidFill>
                  <a:schemeClr val="bg1"/>
                </a:solidFill>
                <a:latin typeface="DM Serif Display" pitchFamily="2" charset="0"/>
                <a:cs typeface="Times New Roman" panose="02020603050405020304" pitchFamily="18" charset="0"/>
              </a:rPr>
              <a:t>Principales </a:t>
            </a:r>
            <a:br>
              <a:rPr lang="es-ES" sz="2800" dirty="0">
                <a:solidFill>
                  <a:schemeClr val="bg1"/>
                </a:solidFill>
                <a:latin typeface="DM Serif Display" pitchFamily="2" charset="0"/>
                <a:cs typeface="Times New Roman" panose="02020603050405020304" pitchFamily="18" charset="0"/>
              </a:rPr>
            </a:br>
            <a:r>
              <a:rPr lang="es-ES" sz="2800" dirty="0">
                <a:solidFill>
                  <a:schemeClr val="bg1"/>
                </a:solidFill>
                <a:latin typeface="DM Serif Display" pitchFamily="2" charset="0"/>
                <a:cs typeface="Times New Roman" panose="02020603050405020304" pitchFamily="18" charset="0"/>
              </a:rPr>
              <a:t>mercados emisores </a:t>
            </a:r>
            <a:br>
              <a:rPr lang="es-ES" sz="2800" dirty="0">
                <a:solidFill>
                  <a:schemeClr val="bg1"/>
                </a:solidFill>
                <a:latin typeface="DM Serif Display" pitchFamily="2" charset="0"/>
                <a:cs typeface="Times New Roman" panose="02020603050405020304" pitchFamily="18" charset="0"/>
              </a:rPr>
            </a:br>
            <a:r>
              <a:rPr lang="es-ES" sz="2800" dirty="0">
                <a:solidFill>
                  <a:schemeClr val="bg1"/>
                </a:solidFill>
                <a:latin typeface="DM Serif Display" pitchFamily="2" charset="0"/>
                <a:cs typeface="Times New Roman" panose="02020603050405020304" pitchFamily="18" charset="0"/>
              </a:rPr>
              <a:t>(Ene - Dic 2024) </a:t>
            </a:r>
          </a:p>
        </p:txBody>
      </p:sp>
      <p:sp>
        <p:nvSpPr>
          <p:cNvPr id="13" name="Rectángulo 12">
            <a:extLst>
              <a:ext uri="{FF2B5EF4-FFF2-40B4-BE49-F238E27FC236}">
                <a16:creationId xmlns:a16="http://schemas.microsoft.com/office/drawing/2014/main" id="{C9F2CB46-974F-FA46-A0DF-9BBB28B6E8E2}"/>
              </a:ext>
            </a:extLst>
          </p:cNvPr>
          <p:cNvSpPr/>
          <p:nvPr/>
        </p:nvSpPr>
        <p:spPr>
          <a:xfrm>
            <a:off x="457200" y="369025"/>
            <a:ext cx="2618510" cy="303481"/>
          </a:xfrm>
          <a:prstGeom prst="rect">
            <a:avLst/>
          </a:prstGeom>
        </p:spPr>
        <p:txBody>
          <a:bodyPr wrap="square">
            <a:spAutoFit/>
          </a:bodyPr>
          <a:lstStyle/>
          <a:p>
            <a:pPr>
              <a:lnSpc>
                <a:spcPts val="1800"/>
              </a:lnSpc>
            </a:pPr>
            <a:r>
              <a:rPr lang="es-ES" sz="1000" b="1" dirty="0">
                <a:solidFill>
                  <a:schemeClr val="bg1"/>
                </a:solidFill>
                <a:latin typeface="Montserrat Medium" pitchFamily="2" charset="77"/>
                <a:ea typeface="Times New Roman" panose="02020603050405020304" pitchFamily="18" charset="0"/>
                <a:cs typeface="Times New Roman" panose="02020603050405020304" pitchFamily="18" charset="0"/>
              </a:rPr>
              <a:t>AFLUENCIA TURÍSTICA</a:t>
            </a:r>
            <a:endParaRPr lang="es-ES" sz="1000" b="1" dirty="0">
              <a:solidFill>
                <a:schemeClr val="bg1"/>
              </a:solidFill>
              <a:latin typeface="Montserrat Medium" pitchFamily="2" charset="77"/>
            </a:endParaRPr>
          </a:p>
        </p:txBody>
      </p:sp>
      <p:cxnSp>
        <p:nvCxnSpPr>
          <p:cNvPr id="15" name="Conector recto 14">
            <a:extLst>
              <a:ext uri="{FF2B5EF4-FFF2-40B4-BE49-F238E27FC236}">
                <a16:creationId xmlns:a16="http://schemas.microsoft.com/office/drawing/2014/main" id="{71A2D61B-5B16-7442-A1AD-A4F77FBF39A6}"/>
              </a:ext>
            </a:extLst>
          </p:cNvPr>
          <p:cNvCxnSpPr>
            <a:cxnSpLocks/>
          </p:cNvCxnSpPr>
          <p:nvPr/>
        </p:nvCxnSpPr>
        <p:spPr>
          <a:xfrm>
            <a:off x="521677" y="693791"/>
            <a:ext cx="1529861" cy="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aphicFrame>
        <p:nvGraphicFramePr>
          <p:cNvPr id="8" name="Gráfico 7">
            <a:extLst>
              <a:ext uri="{FF2B5EF4-FFF2-40B4-BE49-F238E27FC236}">
                <a16:creationId xmlns:a16="http://schemas.microsoft.com/office/drawing/2014/main" id="{E27B3E02-15C0-D44A-A2BF-46D2D20501D8}"/>
              </a:ext>
            </a:extLst>
          </p:cNvPr>
          <p:cNvGraphicFramePr/>
          <p:nvPr>
            <p:extLst>
              <p:ext uri="{D42A27DB-BD31-4B8C-83A1-F6EECF244321}">
                <p14:modId xmlns:p14="http://schemas.microsoft.com/office/powerpoint/2010/main" val="3074557765"/>
              </p:ext>
            </p:extLst>
          </p:nvPr>
        </p:nvGraphicFramePr>
        <p:xfrm>
          <a:off x="6096000" y="1304926"/>
          <a:ext cx="5501833" cy="4929620"/>
        </p:xfrm>
        <a:graphic>
          <a:graphicData uri="http://schemas.openxmlformats.org/drawingml/2006/chart">
            <c:chart xmlns:c="http://schemas.openxmlformats.org/drawingml/2006/chart" xmlns:r="http://schemas.openxmlformats.org/officeDocument/2006/relationships" r:id="rId2"/>
          </a:graphicData>
        </a:graphic>
      </p:graphicFrame>
      <p:sp>
        <p:nvSpPr>
          <p:cNvPr id="9" name="Rectángulo 8">
            <a:extLst>
              <a:ext uri="{FF2B5EF4-FFF2-40B4-BE49-F238E27FC236}">
                <a16:creationId xmlns:a16="http://schemas.microsoft.com/office/drawing/2014/main" id="{998F5021-E1F3-E942-B28A-42753FA52619}"/>
              </a:ext>
            </a:extLst>
          </p:cNvPr>
          <p:cNvSpPr/>
          <p:nvPr/>
        </p:nvSpPr>
        <p:spPr>
          <a:xfrm>
            <a:off x="6212541" y="6169246"/>
            <a:ext cx="1344706" cy="369332"/>
          </a:xfrm>
          <a:prstGeom prst="rect">
            <a:avLst/>
          </a:prstGeom>
        </p:spPr>
        <p:txBody>
          <a:bodyPr wrap="square">
            <a:spAutoFit/>
          </a:bodyPr>
          <a:lstStyle/>
          <a:p>
            <a:pPr algn="ctr"/>
            <a:r>
              <a:rPr lang="es-ES" dirty="0">
                <a:solidFill>
                  <a:srgbClr val="04A2B6"/>
                </a:solidFill>
                <a:latin typeface="DM Serif Display" pitchFamily="2" charset="0"/>
                <a:cs typeface="Times New Roman" panose="02020603050405020304" pitchFamily="18" charset="0"/>
              </a:rPr>
              <a:t>+3,3%</a:t>
            </a:r>
          </a:p>
        </p:txBody>
      </p:sp>
      <p:sp>
        <p:nvSpPr>
          <p:cNvPr id="11" name="Rectángulo 10">
            <a:extLst>
              <a:ext uri="{FF2B5EF4-FFF2-40B4-BE49-F238E27FC236}">
                <a16:creationId xmlns:a16="http://schemas.microsoft.com/office/drawing/2014/main" id="{9C636A47-775C-0443-A394-D5A9C6491CDA}"/>
              </a:ext>
            </a:extLst>
          </p:cNvPr>
          <p:cNvSpPr/>
          <p:nvPr/>
        </p:nvSpPr>
        <p:spPr>
          <a:xfrm>
            <a:off x="7530353" y="6157203"/>
            <a:ext cx="1304364" cy="369332"/>
          </a:xfrm>
          <a:prstGeom prst="rect">
            <a:avLst/>
          </a:prstGeom>
        </p:spPr>
        <p:txBody>
          <a:bodyPr wrap="square">
            <a:spAutoFit/>
          </a:bodyPr>
          <a:lstStyle/>
          <a:p>
            <a:pPr algn="ctr"/>
            <a:r>
              <a:rPr lang="es-ES" dirty="0">
                <a:solidFill>
                  <a:srgbClr val="04A2B6"/>
                </a:solidFill>
                <a:latin typeface="DM Serif Display" pitchFamily="2" charset="0"/>
                <a:cs typeface="Times New Roman" panose="02020603050405020304" pitchFamily="18" charset="0"/>
              </a:rPr>
              <a:t>-15,6%</a:t>
            </a:r>
          </a:p>
        </p:txBody>
      </p:sp>
      <p:sp>
        <p:nvSpPr>
          <p:cNvPr id="14" name="Rectángulo 13">
            <a:extLst>
              <a:ext uri="{FF2B5EF4-FFF2-40B4-BE49-F238E27FC236}">
                <a16:creationId xmlns:a16="http://schemas.microsoft.com/office/drawing/2014/main" id="{5D1DA74C-073F-E64C-A454-E67D9101D68D}"/>
              </a:ext>
            </a:extLst>
          </p:cNvPr>
          <p:cNvSpPr/>
          <p:nvPr/>
        </p:nvSpPr>
        <p:spPr>
          <a:xfrm>
            <a:off x="8821270" y="6157203"/>
            <a:ext cx="1344705" cy="369332"/>
          </a:xfrm>
          <a:prstGeom prst="rect">
            <a:avLst/>
          </a:prstGeom>
        </p:spPr>
        <p:txBody>
          <a:bodyPr wrap="square">
            <a:spAutoFit/>
          </a:bodyPr>
          <a:lstStyle/>
          <a:p>
            <a:pPr algn="ctr"/>
            <a:r>
              <a:rPr lang="es-ES" dirty="0">
                <a:solidFill>
                  <a:srgbClr val="04A2B6"/>
                </a:solidFill>
                <a:latin typeface="DM Serif Display" pitchFamily="2" charset="0"/>
                <a:cs typeface="Times New Roman" panose="02020603050405020304" pitchFamily="18" charset="0"/>
              </a:rPr>
              <a:t>+27,17%</a:t>
            </a:r>
          </a:p>
        </p:txBody>
      </p:sp>
      <p:sp>
        <p:nvSpPr>
          <p:cNvPr id="16" name="Rectángulo 15">
            <a:extLst>
              <a:ext uri="{FF2B5EF4-FFF2-40B4-BE49-F238E27FC236}">
                <a16:creationId xmlns:a16="http://schemas.microsoft.com/office/drawing/2014/main" id="{84AC12B0-F86F-DA48-ABAA-565FDB760281}"/>
              </a:ext>
            </a:extLst>
          </p:cNvPr>
          <p:cNvSpPr/>
          <p:nvPr/>
        </p:nvSpPr>
        <p:spPr>
          <a:xfrm>
            <a:off x="10165976" y="6157203"/>
            <a:ext cx="1294188" cy="369332"/>
          </a:xfrm>
          <a:prstGeom prst="rect">
            <a:avLst/>
          </a:prstGeom>
        </p:spPr>
        <p:txBody>
          <a:bodyPr wrap="square">
            <a:spAutoFit/>
          </a:bodyPr>
          <a:lstStyle/>
          <a:p>
            <a:pPr algn="ctr"/>
            <a:r>
              <a:rPr lang="es-ES" dirty="0">
                <a:solidFill>
                  <a:srgbClr val="04A2B6"/>
                </a:solidFill>
                <a:latin typeface="DM Serif Display" pitchFamily="2" charset="0"/>
                <a:cs typeface="Times New Roman" panose="02020603050405020304" pitchFamily="18" charset="0"/>
              </a:rPr>
              <a:t>-7,7%</a:t>
            </a:r>
          </a:p>
        </p:txBody>
      </p:sp>
      <p:pic>
        <p:nvPicPr>
          <p:cNvPr id="17" name="Imagen 16">
            <a:extLst>
              <a:ext uri="{FF2B5EF4-FFF2-40B4-BE49-F238E27FC236}">
                <a16:creationId xmlns:a16="http://schemas.microsoft.com/office/drawing/2014/main" id="{1F01284F-0B6A-A147-9F91-83206195E69D}"/>
              </a:ext>
            </a:extLst>
          </p:cNvPr>
          <p:cNvPicPr>
            <a:picLocks noChangeAspect="1"/>
          </p:cNvPicPr>
          <p:nvPr/>
        </p:nvPicPr>
        <p:blipFill>
          <a:blip r:embed="rId3"/>
          <a:stretch>
            <a:fillRect/>
          </a:stretch>
        </p:blipFill>
        <p:spPr>
          <a:xfrm>
            <a:off x="1204686" y="-2149022"/>
            <a:ext cx="9194800" cy="1130300"/>
          </a:xfrm>
          <a:prstGeom prst="rect">
            <a:avLst/>
          </a:prstGeom>
        </p:spPr>
      </p:pic>
    </p:spTree>
    <p:extLst>
      <p:ext uri="{BB962C8B-B14F-4D97-AF65-F5344CB8AC3E}">
        <p14:creationId xmlns:p14="http://schemas.microsoft.com/office/powerpoint/2010/main" val="36677583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ángulo 11">
            <a:extLst>
              <a:ext uri="{FF2B5EF4-FFF2-40B4-BE49-F238E27FC236}">
                <a16:creationId xmlns:a16="http://schemas.microsoft.com/office/drawing/2014/main" id="{51C9942B-0A87-DD42-BC8A-4FE73ECEC448}"/>
              </a:ext>
            </a:extLst>
          </p:cNvPr>
          <p:cNvSpPr/>
          <p:nvPr/>
        </p:nvSpPr>
        <p:spPr>
          <a:xfrm>
            <a:off x="398584" y="2241870"/>
            <a:ext cx="4833815" cy="2113079"/>
          </a:xfrm>
          <a:prstGeom prst="rect">
            <a:avLst/>
          </a:prstGeom>
        </p:spPr>
        <p:txBody>
          <a:bodyPr wrap="square" anchor="t">
            <a:spAutoFit/>
          </a:bodyPr>
          <a:lstStyle/>
          <a:p>
            <a:pPr marL="15875">
              <a:lnSpc>
                <a:spcPts val="1600"/>
              </a:lnSpc>
              <a:spcAft>
                <a:spcPts val="0"/>
              </a:spcAft>
              <a:buClr>
                <a:srgbClr val="00325C"/>
              </a:buClr>
              <a:buSzPct val="100000"/>
            </a:pPr>
            <a:r>
              <a:rPr lang="es-ES" sz="1150" b="1" kern="0" dirty="0">
                <a:solidFill>
                  <a:schemeClr val="bg1"/>
                </a:solidFill>
                <a:latin typeface="Montserrat SemiBold" pitchFamily="2" charset="77"/>
                <a:cs typeface="Times New Roman" panose="02020603050405020304" pitchFamily="18" charset="0"/>
              </a:rPr>
              <a:t>Turismo internacional </a:t>
            </a:r>
          </a:p>
          <a:p>
            <a:pPr marL="15875">
              <a:lnSpc>
                <a:spcPts val="1600"/>
              </a:lnSpc>
              <a:spcAft>
                <a:spcPts val="0"/>
              </a:spcAft>
              <a:buClr>
                <a:srgbClr val="00325C"/>
              </a:buClr>
              <a:buSzPct val="100000"/>
            </a:pPr>
            <a:r>
              <a:rPr lang="es-ES" sz="1150" kern="0" dirty="0">
                <a:solidFill>
                  <a:schemeClr val="bg1"/>
                </a:solidFill>
                <a:latin typeface="Montserrat" pitchFamily="2" charset="77"/>
                <a:cs typeface="Times New Roman" panose="02020603050405020304" pitchFamily="18" charset="0"/>
              </a:rPr>
              <a:t>En 2024, </a:t>
            </a:r>
            <a:r>
              <a:rPr lang="es-ES" sz="1150" b="1" kern="0" dirty="0">
                <a:solidFill>
                  <a:schemeClr val="bg1"/>
                </a:solidFill>
                <a:latin typeface="Montserrat" pitchFamily="2" charset="77"/>
                <a:cs typeface="Times New Roman" panose="02020603050405020304" pitchFamily="18" charset="0"/>
              </a:rPr>
              <a:t>el Reino Unido se posiciona como el principal mercado internacional</a:t>
            </a:r>
            <a:r>
              <a:rPr lang="es-ES" sz="1150" kern="0" dirty="0">
                <a:solidFill>
                  <a:schemeClr val="bg1"/>
                </a:solidFill>
                <a:latin typeface="Montserrat" pitchFamily="2" charset="77"/>
                <a:cs typeface="Times New Roman" panose="02020603050405020304" pitchFamily="18" charset="0"/>
              </a:rPr>
              <a:t>, con 25.594 visitantes, aunque registra un descenso del −8,5% respecto al año anterior. Le sigue Países Bajos, que se consolida como segundo mercado con 21.052 turistas y un crecimiento destacado del +15,6%. Alemania y Bélgica presentan cifras similares, en torno a los 13.900 visitantes, con ligeras caídas interanuales del −2,1% y −1,1%, respectivamente. Por último, Francia aporta 10.748 turistas, con una reducción del −8,5%. </a:t>
            </a:r>
          </a:p>
        </p:txBody>
      </p:sp>
      <p:sp>
        <p:nvSpPr>
          <p:cNvPr id="10" name="Rectángulo 9">
            <a:extLst>
              <a:ext uri="{FF2B5EF4-FFF2-40B4-BE49-F238E27FC236}">
                <a16:creationId xmlns:a16="http://schemas.microsoft.com/office/drawing/2014/main" id="{B9CFB1B3-EEBF-7A4A-95DC-933AEFC8FA3F}"/>
              </a:ext>
            </a:extLst>
          </p:cNvPr>
          <p:cNvSpPr/>
          <p:nvPr/>
        </p:nvSpPr>
        <p:spPr>
          <a:xfrm>
            <a:off x="427653" y="999740"/>
            <a:ext cx="3523024" cy="1192571"/>
          </a:xfrm>
          <a:prstGeom prst="rect">
            <a:avLst/>
          </a:prstGeom>
        </p:spPr>
        <p:txBody>
          <a:bodyPr wrap="square">
            <a:spAutoFit/>
          </a:bodyPr>
          <a:lstStyle/>
          <a:p>
            <a:pPr>
              <a:lnSpc>
                <a:spcPts val="2800"/>
              </a:lnSpc>
              <a:buClr>
                <a:srgbClr val="074F6A"/>
              </a:buClr>
            </a:pPr>
            <a:r>
              <a:rPr lang="es-ES" sz="2800" dirty="0">
                <a:solidFill>
                  <a:schemeClr val="bg1"/>
                </a:solidFill>
                <a:latin typeface="DM Serif Display" pitchFamily="2" charset="0"/>
                <a:cs typeface="Times New Roman" panose="02020603050405020304" pitchFamily="18" charset="0"/>
              </a:rPr>
              <a:t>Principales </a:t>
            </a:r>
            <a:br>
              <a:rPr lang="es-ES" sz="2800" dirty="0">
                <a:solidFill>
                  <a:schemeClr val="bg1"/>
                </a:solidFill>
                <a:latin typeface="DM Serif Display" pitchFamily="2" charset="0"/>
                <a:cs typeface="Times New Roman" panose="02020603050405020304" pitchFamily="18" charset="0"/>
              </a:rPr>
            </a:br>
            <a:r>
              <a:rPr lang="es-ES" sz="2800" dirty="0">
                <a:solidFill>
                  <a:schemeClr val="bg1"/>
                </a:solidFill>
                <a:latin typeface="DM Serif Display" pitchFamily="2" charset="0"/>
                <a:cs typeface="Times New Roman" panose="02020603050405020304" pitchFamily="18" charset="0"/>
              </a:rPr>
              <a:t>mercados emisores </a:t>
            </a:r>
            <a:br>
              <a:rPr lang="es-ES" sz="2800" dirty="0">
                <a:solidFill>
                  <a:schemeClr val="bg1"/>
                </a:solidFill>
                <a:latin typeface="DM Serif Display" pitchFamily="2" charset="0"/>
                <a:cs typeface="Times New Roman" panose="02020603050405020304" pitchFamily="18" charset="0"/>
              </a:rPr>
            </a:br>
            <a:r>
              <a:rPr lang="es-ES" sz="2800" dirty="0">
                <a:solidFill>
                  <a:schemeClr val="bg1"/>
                </a:solidFill>
                <a:latin typeface="DM Serif Display" pitchFamily="2" charset="0"/>
                <a:cs typeface="Times New Roman" panose="02020603050405020304" pitchFamily="18" charset="0"/>
              </a:rPr>
              <a:t>(Ene - Dic 2024) </a:t>
            </a:r>
          </a:p>
        </p:txBody>
      </p:sp>
      <p:sp>
        <p:nvSpPr>
          <p:cNvPr id="13" name="Rectángulo 12">
            <a:extLst>
              <a:ext uri="{FF2B5EF4-FFF2-40B4-BE49-F238E27FC236}">
                <a16:creationId xmlns:a16="http://schemas.microsoft.com/office/drawing/2014/main" id="{C9F2CB46-974F-FA46-A0DF-9BBB28B6E8E2}"/>
              </a:ext>
            </a:extLst>
          </p:cNvPr>
          <p:cNvSpPr/>
          <p:nvPr/>
        </p:nvSpPr>
        <p:spPr>
          <a:xfrm>
            <a:off x="457200" y="369025"/>
            <a:ext cx="2618510" cy="303481"/>
          </a:xfrm>
          <a:prstGeom prst="rect">
            <a:avLst/>
          </a:prstGeom>
        </p:spPr>
        <p:txBody>
          <a:bodyPr wrap="square">
            <a:spAutoFit/>
          </a:bodyPr>
          <a:lstStyle/>
          <a:p>
            <a:pPr>
              <a:lnSpc>
                <a:spcPts val="1800"/>
              </a:lnSpc>
            </a:pPr>
            <a:r>
              <a:rPr lang="es-ES" sz="1000" b="1" dirty="0">
                <a:solidFill>
                  <a:schemeClr val="bg1"/>
                </a:solidFill>
                <a:latin typeface="Montserrat Medium" pitchFamily="2" charset="77"/>
                <a:ea typeface="Times New Roman" panose="02020603050405020304" pitchFamily="18" charset="0"/>
                <a:cs typeface="Times New Roman" panose="02020603050405020304" pitchFamily="18" charset="0"/>
              </a:rPr>
              <a:t>AFLUENCIA TURÍSTICA</a:t>
            </a:r>
            <a:endParaRPr lang="es-ES" sz="1000" b="1" dirty="0">
              <a:solidFill>
                <a:schemeClr val="bg1"/>
              </a:solidFill>
              <a:latin typeface="Montserrat Medium" pitchFamily="2" charset="77"/>
            </a:endParaRPr>
          </a:p>
        </p:txBody>
      </p:sp>
      <p:cxnSp>
        <p:nvCxnSpPr>
          <p:cNvPr id="15" name="Conector recto 14">
            <a:extLst>
              <a:ext uri="{FF2B5EF4-FFF2-40B4-BE49-F238E27FC236}">
                <a16:creationId xmlns:a16="http://schemas.microsoft.com/office/drawing/2014/main" id="{71A2D61B-5B16-7442-A1AD-A4F77FBF39A6}"/>
              </a:ext>
            </a:extLst>
          </p:cNvPr>
          <p:cNvCxnSpPr>
            <a:cxnSpLocks/>
          </p:cNvCxnSpPr>
          <p:nvPr/>
        </p:nvCxnSpPr>
        <p:spPr>
          <a:xfrm>
            <a:off x="521677" y="693791"/>
            <a:ext cx="1529861" cy="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aphicFrame>
        <p:nvGraphicFramePr>
          <p:cNvPr id="17" name="Gráfico 16">
            <a:extLst>
              <a:ext uri="{FF2B5EF4-FFF2-40B4-BE49-F238E27FC236}">
                <a16:creationId xmlns:a16="http://schemas.microsoft.com/office/drawing/2014/main" id="{417562F4-47EB-0940-B347-6AD1C80D50C7}"/>
              </a:ext>
            </a:extLst>
          </p:cNvPr>
          <p:cNvGraphicFramePr/>
          <p:nvPr>
            <p:extLst>
              <p:ext uri="{D42A27DB-BD31-4B8C-83A1-F6EECF244321}">
                <p14:modId xmlns:p14="http://schemas.microsoft.com/office/powerpoint/2010/main" val="3468927907"/>
              </p:ext>
            </p:extLst>
          </p:nvPr>
        </p:nvGraphicFramePr>
        <p:xfrm>
          <a:off x="6096000" y="1304926"/>
          <a:ext cx="5501834" cy="4931752"/>
        </p:xfrm>
        <a:graphic>
          <a:graphicData uri="http://schemas.openxmlformats.org/drawingml/2006/chart">
            <c:chart xmlns:c="http://schemas.openxmlformats.org/drawingml/2006/chart" xmlns:r="http://schemas.openxmlformats.org/officeDocument/2006/relationships" r:id="rId2"/>
          </a:graphicData>
        </a:graphic>
      </p:graphicFrame>
      <p:sp>
        <p:nvSpPr>
          <p:cNvPr id="18" name="Rectángulo 17">
            <a:extLst>
              <a:ext uri="{FF2B5EF4-FFF2-40B4-BE49-F238E27FC236}">
                <a16:creationId xmlns:a16="http://schemas.microsoft.com/office/drawing/2014/main" id="{B377DF17-B9D8-8543-ACCD-BBD785F826A5}"/>
              </a:ext>
            </a:extLst>
          </p:cNvPr>
          <p:cNvSpPr/>
          <p:nvPr/>
        </p:nvSpPr>
        <p:spPr>
          <a:xfrm>
            <a:off x="6239434" y="6159013"/>
            <a:ext cx="1035425" cy="369332"/>
          </a:xfrm>
          <a:prstGeom prst="rect">
            <a:avLst/>
          </a:prstGeom>
        </p:spPr>
        <p:txBody>
          <a:bodyPr wrap="square">
            <a:spAutoFit/>
          </a:bodyPr>
          <a:lstStyle/>
          <a:p>
            <a:pPr algn="ctr"/>
            <a:r>
              <a:rPr lang="es-ES" dirty="0">
                <a:solidFill>
                  <a:srgbClr val="04A2B6"/>
                </a:solidFill>
                <a:latin typeface="DM Serif Display" pitchFamily="2" charset="0"/>
                <a:cs typeface="Times New Roman" panose="02020603050405020304" pitchFamily="18" charset="0"/>
              </a:rPr>
              <a:t>-2,09%</a:t>
            </a:r>
          </a:p>
        </p:txBody>
      </p:sp>
      <p:sp>
        <p:nvSpPr>
          <p:cNvPr id="19" name="Rectángulo 18">
            <a:extLst>
              <a:ext uri="{FF2B5EF4-FFF2-40B4-BE49-F238E27FC236}">
                <a16:creationId xmlns:a16="http://schemas.microsoft.com/office/drawing/2014/main" id="{3EEE7BB5-1335-5744-B8CD-15E495C692E3}"/>
              </a:ext>
            </a:extLst>
          </p:cNvPr>
          <p:cNvSpPr/>
          <p:nvPr/>
        </p:nvSpPr>
        <p:spPr>
          <a:xfrm>
            <a:off x="7274858" y="6159013"/>
            <a:ext cx="1062317" cy="369332"/>
          </a:xfrm>
          <a:prstGeom prst="rect">
            <a:avLst/>
          </a:prstGeom>
        </p:spPr>
        <p:txBody>
          <a:bodyPr wrap="square">
            <a:spAutoFit/>
          </a:bodyPr>
          <a:lstStyle/>
          <a:p>
            <a:pPr algn="ctr"/>
            <a:r>
              <a:rPr lang="es-ES" dirty="0">
                <a:solidFill>
                  <a:srgbClr val="04A2B6"/>
                </a:solidFill>
                <a:latin typeface="DM Serif Display" pitchFamily="2" charset="0"/>
                <a:cs typeface="Times New Roman" panose="02020603050405020304" pitchFamily="18" charset="0"/>
              </a:rPr>
              <a:t>-1,14%</a:t>
            </a:r>
          </a:p>
        </p:txBody>
      </p:sp>
      <p:sp>
        <p:nvSpPr>
          <p:cNvPr id="20" name="Rectángulo 19">
            <a:extLst>
              <a:ext uri="{FF2B5EF4-FFF2-40B4-BE49-F238E27FC236}">
                <a16:creationId xmlns:a16="http://schemas.microsoft.com/office/drawing/2014/main" id="{C65F5E68-DA54-094D-B5EF-E4567D464EB2}"/>
              </a:ext>
            </a:extLst>
          </p:cNvPr>
          <p:cNvSpPr/>
          <p:nvPr/>
        </p:nvSpPr>
        <p:spPr>
          <a:xfrm>
            <a:off x="8337176" y="6159013"/>
            <a:ext cx="1035423" cy="369332"/>
          </a:xfrm>
          <a:prstGeom prst="rect">
            <a:avLst/>
          </a:prstGeom>
        </p:spPr>
        <p:txBody>
          <a:bodyPr wrap="square">
            <a:spAutoFit/>
          </a:bodyPr>
          <a:lstStyle/>
          <a:p>
            <a:pPr algn="ctr"/>
            <a:r>
              <a:rPr lang="es-ES" dirty="0">
                <a:solidFill>
                  <a:srgbClr val="04A2B6"/>
                </a:solidFill>
                <a:latin typeface="DM Serif Display" pitchFamily="2" charset="0"/>
                <a:cs typeface="Times New Roman" panose="02020603050405020304" pitchFamily="18" charset="0"/>
              </a:rPr>
              <a:t>+15,59%</a:t>
            </a:r>
          </a:p>
        </p:txBody>
      </p:sp>
      <p:sp>
        <p:nvSpPr>
          <p:cNvPr id="21" name="Rectángulo 20">
            <a:extLst>
              <a:ext uri="{FF2B5EF4-FFF2-40B4-BE49-F238E27FC236}">
                <a16:creationId xmlns:a16="http://schemas.microsoft.com/office/drawing/2014/main" id="{3055DE8A-CF8F-C04B-9E88-235EE620C530}"/>
              </a:ext>
            </a:extLst>
          </p:cNvPr>
          <p:cNvSpPr/>
          <p:nvPr/>
        </p:nvSpPr>
        <p:spPr>
          <a:xfrm>
            <a:off x="9386046" y="6159013"/>
            <a:ext cx="1075765" cy="369332"/>
          </a:xfrm>
          <a:prstGeom prst="rect">
            <a:avLst/>
          </a:prstGeom>
        </p:spPr>
        <p:txBody>
          <a:bodyPr wrap="square">
            <a:spAutoFit/>
          </a:bodyPr>
          <a:lstStyle/>
          <a:p>
            <a:pPr algn="ctr"/>
            <a:r>
              <a:rPr lang="es-ES" dirty="0">
                <a:solidFill>
                  <a:srgbClr val="04A2B6"/>
                </a:solidFill>
                <a:latin typeface="DM Serif Display" pitchFamily="2" charset="0"/>
                <a:cs typeface="Times New Roman" panose="02020603050405020304" pitchFamily="18" charset="0"/>
              </a:rPr>
              <a:t>-8,46%</a:t>
            </a:r>
          </a:p>
        </p:txBody>
      </p:sp>
      <p:sp>
        <p:nvSpPr>
          <p:cNvPr id="22" name="Rectángulo 21">
            <a:extLst>
              <a:ext uri="{FF2B5EF4-FFF2-40B4-BE49-F238E27FC236}">
                <a16:creationId xmlns:a16="http://schemas.microsoft.com/office/drawing/2014/main" id="{ECCD6DDF-2BE4-F74D-9C3B-C73CB80C32A3}"/>
              </a:ext>
            </a:extLst>
          </p:cNvPr>
          <p:cNvSpPr/>
          <p:nvPr/>
        </p:nvSpPr>
        <p:spPr>
          <a:xfrm>
            <a:off x="10408023" y="6159013"/>
            <a:ext cx="1052139" cy="369332"/>
          </a:xfrm>
          <a:prstGeom prst="rect">
            <a:avLst/>
          </a:prstGeom>
        </p:spPr>
        <p:txBody>
          <a:bodyPr wrap="square">
            <a:spAutoFit/>
          </a:bodyPr>
          <a:lstStyle/>
          <a:p>
            <a:pPr algn="ctr"/>
            <a:r>
              <a:rPr lang="es-ES" dirty="0">
                <a:solidFill>
                  <a:srgbClr val="04A2B6"/>
                </a:solidFill>
                <a:latin typeface="DM Serif Display" pitchFamily="2" charset="0"/>
                <a:cs typeface="Times New Roman" panose="02020603050405020304" pitchFamily="18" charset="0"/>
              </a:rPr>
              <a:t>-8,46%</a:t>
            </a:r>
          </a:p>
        </p:txBody>
      </p:sp>
    </p:spTree>
    <p:extLst>
      <p:ext uri="{BB962C8B-B14F-4D97-AF65-F5344CB8AC3E}">
        <p14:creationId xmlns:p14="http://schemas.microsoft.com/office/powerpoint/2010/main" val="40969042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270CDAAA-E423-4241-B0DB-04E6C5AC5E05}"/>
              </a:ext>
            </a:extLst>
          </p:cNvPr>
          <p:cNvSpPr/>
          <p:nvPr/>
        </p:nvSpPr>
        <p:spPr>
          <a:xfrm>
            <a:off x="638668" y="1075606"/>
            <a:ext cx="4074261" cy="303481"/>
          </a:xfrm>
          <a:prstGeom prst="rect">
            <a:avLst/>
          </a:prstGeom>
        </p:spPr>
        <p:txBody>
          <a:bodyPr wrap="square">
            <a:spAutoFit/>
          </a:bodyPr>
          <a:lstStyle/>
          <a:p>
            <a:pPr>
              <a:lnSpc>
                <a:spcPts val="1800"/>
              </a:lnSpc>
            </a:pPr>
            <a:r>
              <a:rPr lang="es-ES" sz="1200" dirty="0">
                <a:solidFill>
                  <a:schemeClr val="bg1"/>
                </a:solidFill>
                <a:latin typeface="Montserrat Medium" pitchFamily="2" charset="77"/>
                <a:ea typeface="Times New Roman" panose="02020603050405020304" pitchFamily="18" charset="0"/>
                <a:cs typeface="Times New Roman" panose="02020603050405020304" pitchFamily="18" charset="0"/>
              </a:rPr>
              <a:t>AFLUENCIA TURÍSTICA</a:t>
            </a:r>
            <a:endParaRPr lang="es-ES" sz="1200" dirty="0">
              <a:solidFill>
                <a:schemeClr val="bg1"/>
              </a:solidFill>
              <a:latin typeface="Montserrat Medium" pitchFamily="2" charset="77"/>
            </a:endParaRPr>
          </a:p>
        </p:txBody>
      </p:sp>
      <p:sp>
        <p:nvSpPr>
          <p:cNvPr id="7" name="Rectángulo 6">
            <a:extLst>
              <a:ext uri="{FF2B5EF4-FFF2-40B4-BE49-F238E27FC236}">
                <a16:creationId xmlns:a16="http://schemas.microsoft.com/office/drawing/2014/main" id="{69982C3D-B931-114F-A527-E7F3B6610129}"/>
              </a:ext>
            </a:extLst>
          </p:cNvPr>
          <p:cNvSpPr/>
          <p:nvPr/>
        </p:nvSpPr>
        <p:spPr>
          <a:xfrm>
            <a:off x="638668" y="1392995"/>
            <a:ext cx="7139240" cy="474425"/>
          </a:xfrm>
          <a:prstGeom prst="rect">
            <a:avLst/>
          </a:prstGeom>
        </p:spPr>
        <p:txBody>
          <a:bodyPr wrap="square">
            <a:spAutoFit/>
          </a:bodyPr>
          <a:lstStyle/>
          <a:p>
            <a:pPr>
              <a:lnSpc>
                <a:spcPts val="2800"/>
              </a:lnSpc>
              <a:buClr>
                <a:srgbClr val="074F6A"/>
              </a:buClr>
            </a:pPr>
            <a:r>
              <a:rPr lang="es-ES" sz="2800" dirty="0">
                <a:solidFill>
                  <a:schemeClr val="bg1"/>
                </a:solidFill>
                <a:latin typeface="DM Serif Display" pitchFamily="2" charset="0"/>
                <a:cs typeface="Times New Roman" panose="02020603050405020304" pitchFamily="18" charset="0"/>
              </a:rPr>
              <a:t>Conclusiones y resultados</a:t>
            </a:r>
          </a:p>
        </p:txBody>
      </p:sp>
      <p:sp>
        <p:nvSpPr>
          <p:cNvPr id="10" name="Rectángulo 9">
            <a:extLst>
              <a:ext uri="{FF2B5EF4-FFF2-40B4-BE49-F238E27FC236}">
                <a16:creationId xmlns:a16="http://schemas.microsoft.com/office/drawing/2014/main" id="{E5585DDF-1162-364C-93D6-09AB71A7B6BE}"/>
              </a:ext>
            </a:extLst>
          </p:cNvPr>
          <p:cNvSpPr/>
          <p:nvPr/>
        </p:nvSpPr>
        <p:spPr>
          <a:xfrm>
            <a:off x="638669" y="2020610"/>
            <a:ext cx="5261810" cy="3748590"/>
          </a:xfrm>
          <a:prstGeom prst="rect">
            <a:avLst/>
          </a:prstGeom>
        </p:spPr>
        <p:txBody>
          <a:bodyPr wrap="square">
            <a:spAutoFit/>
          </a:bodyPr>
          <a:lstStyle/>
          <a:p>
            <a:pPr marL="185738" lvl="0" indent="-185738">
              <a:lnSpc>
                <a:spcPct val="115000"/>
              </a:lnSpc>
              <a:spcAft>
                <a:spcPts val="800"/>
              </a:spcAft>
              <a:buFont typeface="Symbol" pitchFamily="2" charset="2"/>
              <a:buChar char=""/>
            </a:pPr>
            <a:r>
              <a:rPr lang="es-ES" sz="1400" b="1" kern="0" dirty="0">
                <a:solidFill>
                  <a:schemeClr val="bg1"/>
                </a:solidFill>
                <a:latin typeface="Montserrat SemiBold" pitchFamily="2" charset="77"/>
                <a:cs typeface="Times New Roman" panose="02020603050405020304" pitchFamily="18" charset="0"/>
              </a:rPr>
              <a:t>Demanda nacional en crecimiento moderado</a:t>
            </a:r>
            <a:br>
              <a:rPr lang="es-ES" sz="1400" kern="0" dirty="0">
                <a:solidFill>
                  <a:schemeClr val="bg1"/>
                </a:solidFill>
                <a:latin typeface="Montserrat" pitchFamily="2" charset="77"/>
                <a:cs typeface="Times New Roman" panose="02020603050405020304" pitchFamily="18" charset="0"/>
              </a:rPr>
            </a:br>
            <a:r>
              <a:rPr lang="es-ES" sz="1400" kern="0" dirty="0">
                <a:solidFill>
                  <a:schemeClr val="bg1"/>
                </a:solidFill>
                <a:latin typeface="Montserrat" pitchFamily="2" charset="77"/>
                <a:cs typeface="Times New Roman" panose="02020603050405020304" pitchFamily="18" charset="0"/>
              </a:rPr>
              <a:t>El turismo interno mantiene cifras sólidas respecto a 2023, consolidando el peso de los mercados de proximidad como soporte estable de la actividad anual. </a:t>
            </a:r>
          </a:p>
          <a:p>
            <a:pPr marL="185738" lvl="0" indent="-185738">
              <a:lnSpc>
                <a:spcPct val="115000"/>
              </a:lnSpc>
              <a:spcAft>
                <a:spcPts val="800"/>
              </a:spcAft>
              <a:buFont typeface="Symbol" pitchFamily="2" charset="2"/>
              <a:buChar char=""/>
            </a:pPr>
            <a:r>
              <a:rPr lang="es-ES" sz="1400" b="1" kern="0" dirty="0">
                <a:solidFill>
                  <a:schemeClr val="bg1"/>
                </a:solidFill>
                <a:latin typeface="Montserrat SemiBold" pitchFamily="2" charset="77"/>
                <a:cs typeface="Times New Roman" panose="02020603050405020304" pitchFamily="18" charset="0"/>
              </a:rPr>
              <a:t>Turismo internacional en expansión</a:t>
            </a:r>
            <a:br>
              <a:rPr lang="es-ES" sz="1400" kern="0" dirty="0">
                <a:solidFill>
                  <a:schemeClr val="bg1"/>
                </a:solidFill>
                <a:latin typeface="Montserrat" pitchFamily="2" charset="77"/>
                <a:cs typeface="Times New Roman" panose="02020603050405020304" pitchFamily="18" charset="0"/>
              </a:rPr>
            </a:br>
            <a:r>
              <a:rPr lang="es-ES" sz="1400" kern="0" dirty="0">
                <a:solidFill>
                  <a:schemeClr val="bg1"/>
                </a:solidFill>
                <a:latin typeface="Montserrat" pitchFamily="2" charset="77"/>
                <a:cs typeface="Times New Roman" panose="02020603050405020304" pitchFamily="18" charset="0"/>
              </a:rPr>
              <a:t>El turismo receptor continua al alza y refuerza la fidelidad de los mercados tradicionales. Destaca el avance de Países Bajos, que se consolida como segundo mercado emisor. </a:t>
            </a:r>
          </a:p>
          <a:p>
            <a:pPr marL="185738" lvl="0" indent="-185738">
              <a:lnSpc>
                <a:spcPct val="115000"/>
              </a:lnSpc>
              <a:spcAft>
                <a:spcPts val="800"/>
              </a:spcAft>
              <a:buFont typeface="Symbol" pitchFamily="2" charset="2"/>
              <a:buChar char=""/>
            </a:pPr>
            <a:r>
              <a:rPr lang="es-ES" sz="1400" b="1" kern="0" dirty="0">
                <a:solidFill>
                  <a:schemeClr val="bg1"/>
                </a:solidFill>
                <a:latin typeface="Montserrat SemiBold" pitchFamily="2" charset="77"/>
                <a:cs typeface="Times New Roman" panose="02020603050405020304" pitchFamily="18" charset="0"/>
              </a:rPr>
              <a:t>Estacionalidad persistente</a:t>
            </a:r>
            <a:br>
              <a:rPr lang="es-ES" sz="1400" kern="0" dirty="0">
                <a:solidFill>
                  <a:schemeClr val="bg1"/>
                </a:solidFill>
                <a:latin typeface="Montserrat" pitchFamily="2" charset="77"/>
                <a:cs typeface="Times New Roman" panose="02020603050405020304" pitchFamily="18" charset="0"/>
              </a:rPr>
            </a:br>
            <a:r>
              <a:rPr lang="es-ES" sz="1400" kern="0" dirty="0">
                <a:solidFill>
                  <a:schemeClr val="bg1"/>
                </a:solidFill>
                <a:latin typeface="Montserrat" pitchFamily="2" charset="77"/>
                <a:cs typeface="Times New Roman" panose="02020603050405020304" pitchFamily="18" charset="0"/>
              </a:rPr>
              <a:t>El verano concentra la mayor parte de las llegadas, aunque la mejora en primavera y otoño contribuye a suavizar parcialmente la curva anual.</a:t>
            </a:r>
          </a:p>
        </p:txBody>
      </p:sp>
      <p:sp>
        <p:nvSpPr>
          <p:cNvPr id="11" name="Rectángulo 10">
            <a:extLst>
              <a:ext uri="{FF2B5EF4-FFF2-40B4-BE49-F238E27FC236}">
                <a16:creationId xmlns:a16="http://schemas.microsoft.com/office/drawing/2014/main" id="{0B5F7BD0-6DBF-5447-8B94-BC6D8E119919}"/>
              </a:ext>
            </a:extLst>
          </p:cNvPr>
          <p:cNvSpPr/>
          <p:nvPr/>
        </p:nvSpPr>
        <p:spPr>
          <a:xfrm>
            <a:off x="6291521" y="2020610"/>
            <a:ext cx="5261810" cy="3150478"/>
          </a:xfrm>
          <a:prstGeom prst="rect">
            <a:avLst/>
          </a:prstGeom>
        </p:spPr>
        <p:txBody>
          <a:bodyPr wrap="square">
            <a:spAutoFit/>
          </a:bodyPr>
          <a:lstStyle/>
          <a:p>
            <a:pPr marL="185738" lvl="0" indent="-185738">
              <a:lnSpc>
                <a:spcPct val="115000"/>
              </a:lnSpc>
              <a:spcAft>
                <a:spcPts val="800"/>
              </a:spcAft>
              <a:buFont typeface="Symbol" pitchFamily="2" charset="2"/>
              <a:buChar char=""/>
            </a:pPr>
            <a:r>
              <a:rPr lang="es-ES" sz="1400" b="1" kern="0" dirty="0">
                <a:solidFill>
                  <a:schemeClr val="bg1"/>
                </a:solidFill>
                <a:latin typeface="Montserrat SemiBold" pitchFamily="2" charset="77"/>
                <a:cs typeface="Times New Roman" panose="02020603050405020304" pitchFamily="18" charset="0"/>
              </a:rPr>
              <a:t>Diversificación de mercados</a:t>
            </a:r>
            <a:br>
              <a:rPr lang="es-ES" sz="1400" kern="0" dirty="0">
                <a:solidFill>
                  <a:schemeClr val="bg1"/>
                </a:solidFill>
                <a:latin typeface="Montserrat" pitchFamily="2" charset="77"/>
                <a:cs typeface="Times New Roman" panose="02020603050405020304" pitchFamily="18" charset="0"/>
              </a:rPr>
            </a:br>
            <a:r>
              <a:rPr lang="es-ES" sz="1400" kern="0" dirty="0">
                <a:solidFill>
                  <a:schemeClr val="bg1"/>
                </a:solidFill>
                <a:latin typeface="Montserrat" pitchFamily="2" charset="77"/>
                <a:cs typeface="Times New Roman" panose="02020603050405020304" pitchFamily="18" charset="0"/>
              </a:rPr>
              <a:t>El crecimiento de Países Bajos y la aportación de otros mercados emergentes como Polonia refuerzan la estrategia de diversificación, reduciendo la dependencia de Reino Unido, Alemania y Bélgica.</a:t>
            </a:r>
          </a:p>
          <a:p>
            <a:pPr marL="185738" lvl="0" indent="-185738">
              <a:lnSpc>
                <a:spcPct val="115000"/>
              </a:lnSpc>
              <a:spcAft>
                <a:spcPts val="800"/>
              </a:spcAft>
              <a:buFont typeface="Symbol" pitchFamily="2" charset="2"/>
              <a:buChar char=""/>
            </a:pPr>
            <a:r>
              <a:rPr lang="es-ES" sz="1400" b="1" kern="0" dirty="0">
                <a:solidFill>
                  <a:schemeClr val="bg1"/>
                </a:solidFill>
                <a:latin typeface="Montserrat SemiBold" pitchFamily="2" charset="77"/>
                <a:cs typeface="Times New Roman" panose="02020603050405020304" pitchFamily="18" charset="0"/>
              </a:rPr>
              <a:t>Balance del año</a:t>
            </a:r>
            <a:br>
              <a:rPr lang="es-ES" sz="1400" kern="0" dirty="0">
                <a:solidFill>
                  <a:schemeClr val="bg1"/>
                </a:solidFill>
                <a:latin typeface="Montserrat" pitchFamily="2" charset="77"/>
                <a:cs typeface="Times New Roman" panose="02020603050405020304" pitchFamily="18" charset="0"/>
              </a:rPr>
            </a:br>
            <a:r>
              <a:rPr lang="es-ES" sz="1400" kern="0" dirty="0">
                <a:solidFill>
                  <a:schemeClr val="bg1"/>
                </a:solidFill>
                <a:latin typeface="Montserrat" pitchFamily="2" charset="77"/>
                <a:cs typeface="Times New Roman" panose="02020603050405020304" pitchFamily="18" charset="0"/>
              </a:rPr>
              <a:t>Con 139.320 turistas en 2024, Benissa cierra un ejercicio en positivo. El reto para 2025 será afianzar la fidelidad del mercado nacional, potenciar los emisores europeos en crecimiento y avanzar en la desestacionalización mediante productos turísticos diferenciados.</a:t>
            </a:r>
          </a:p>
        </p:txBody>
      </p:sp>
    </p:spTree>
    <p:extLst>
      <p:ext uri="{BB962C8B-B14F-4D97-AF65-F5344CB8AC3E}">
        <p14:creationId xmlns:p14="http://schemas.microsoft.com/office/powerpoint/2010/main" val="21199772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E1AAF08B-AB44-6547-891C-337A413BF743}"/>
              </a:ext>
            </a:extLst>
          </p:cNvPr>
          <p:cNvSpPr/>
          <p:nvPr/>
        </p:nvSpPr>
        <p:spPr>
          <a:xfrm>
            <a:off x="3072248" y="1638685"/>
            <a:ext cx="3157104" cy="1552284"/>
          </a:xfrm>
          <a:prstGeom prst="rect">
            <a:avLst/>
          </a:prstGeom>
        </p:spPr>
        <p:txBody>
          <a:bodyPr wrap="square">
            <a:spAutoFit/>
          </a:bodyPr>
          <a:lstStyle/>
          <a:p>
            <a:pPr>
              <a:lnSpc>
                <a:spcPts val="5500"/>
              </a:lnSpc>
            </a:pPr>
            <a:r>
              <a:rPr lang="es-ES" sz="6000" dirty="0">
                <a:solidFill>
                  <a:srgbClr val="003B42"/>
                </a:solidFill>
                <a:latin typeface="DM Serif Display" pitchFamily="2" charset="0"/>
                <a:ea typeface="Times New Roman" panose="02020603050405020304" pitchFamily="18" charset="0"/>
                <a:cs typeface="Times New Roman" panose="02020603050405020304" pitchFamily="18" charset="0"/>
              </a:rPr>
              <a:t>Gasto turístico</a:t>
            </a:r>
            <a:endParaRPr lang="es-ES" sz="6000" dirty="0">
              <a:solidFill>
                <a:srgbClr val="003B42"/>
              </a:solidFill>
              <a:latin typeface="DM Serif Display" pitchFamily="2" charset="0"/>
            </a:endParaRPr>
          </a:p>
        </p:txBody>
      </p:sp>
      <p:sp>
        <p:nvSpPr>
          <p:cNvPr id="10" name="Rectángulo 9">
            <a:extLst>
              <a:ext uri="{FF2B5EF4-FFF2-40B4-BE49-F238E27FC236}">
                <a16:creationId xmlns:a16="http://schemas.microsoft.com/office/drawing/2014/main" id="{2BCF689F-2CE8-BE49-9F6A-A5E2C1489191}"/>
              </a:ext>
            </a:extLst>
          </p:cNvPr>
          <p:cNvSpPr/>
          <p:nvPr/>
        </p:nvSpPr>
        <p:spPr>
          <a:xfrm>
            <a:off x="-1" y="2488517"/>
            <a:ext cx="2600326" cy="1436355"/>
          </a:xfrm>
          <a:prstGeom prst="rect">
            <a:avLst/>
          </a:prstGeom>
        </p:spPr>
        <p:txBody>
          <a:bodyPr wrap="square">
            <a:spAutoFit/>
          </a:bodyPr>
          <a:lstStyle/>
          <a:p>
            <a:pPr algn="ctr">
              <a:lnSpc>
                <a:spcPts val="4200"/>
              </a:lnSpc>
            </a:pPr>
            <a:r>
              <a:rPr lang="es-ES" sz="25000" dirty="0">
                <a:solidFill>
                  <a:schemeClr val="bg1">
                    <a:alpha val="50000"/>
                  </a:schemeClr>
                </a:solidFill>
                <a:latin typeface="DM Serif Display" pitchFamily="2" charset="0"/>
                <a:ea typeface="Times New Roman" panose="02020603050405020304" pitchFamily="18" charset="0"/>
                <a:cs typeface="Times New Roman" panose="02020603050405020304" pitchFamily="18" charset="0"/>
              </a:rPr>
              <a:t>2</a:t>
            </a:r>
            <a:endParaRPr lang="es-ES" sz="25000" dirty="0">
              <a:solidFill>
                <a:schemeClr val="bg1">
                  <a:alpha val="50000"/>
                </a:schemeClr>
              </a:solidFill>
              <a:latin typeface="DM Serif Display" pitchFamily="2" charset="0"/>
            </a:endParaRPr>
          </a:p>
        </p:txBody>
      </p:sp>
      <p:sp>
        <p:nvSpPr>
          <p:cNvPr id="11" name="Rectángulo 10">
            <a:extLst>
              <a:ext uri="{FF2B5EF4-FFF2-40B4-BE49-F238E27FC236}">
                <a16:creationId xmlns:a16="http://schemas.microsoft.com/office/drawing/2014/main" id="{4070855A-A8FD-E042-A75E-9A4242A27E72}"/>
              </a:ext>
            </a:extLst>
          </p:cNvPr>
          <p:cNvSpPr/>
          <p:nvPr/>
        </p:nvSpPr>
        <p:spPr>
          <a:xfrm>
            <a:off x="3089227" y="430374"/>
            <a:ext cx="5104282" cy="246221"/>
          </a:xfrm>
          <a:prstGeom prst="rect">
            <a:avLst/>
          </a:prstGeom>
        </p:spPr>
        <p:txBody>
          <a:bodyPr wrap="none">
            <a:spAutoFit/>
          </a:bodyPr>
          <a:lstStyle/>
          <a:p>
            <a:r>
              <a:rPr lang="es-ES" sz="1000" b="1" dirty="0">
                <a:solidFill>
                  <a:schemeClr val="bg2">
                    <a:lumMod val="75000"/>
                  </a:schemeClr>
                </a:solidFill>
                <a:latin typeface="Montserrat SemiBold" pitchFamily="2" charset="77"/>
              </a:rPr>
              <a:t>INFORME DE ANÁLISIS DE DATOS | SMART OFFICE BENISSA | ENE – DIC 24</a:t>
            </a:r>
          </a:p>
        </p:txBody>
      </p:sp>
      <p:cxnSp>
        <p:nvCxnSpPr>
          <p:cNvPr id="13" name="Conector recto 12">
            <a:extLst>
              <a:ext uri="{FF2B5EF4-FFF2-40B4-BE49-F238E27FC236}">
                <a16:creationId xmlns:a16="http://schemas.microsoft.com/office/drawing/2014/main" id="{D76CEBD8-AF3E-4042-B6C7-9AFEB28132E9}"/>
              </a:ext>
            </a:extLst>
          </p:cNvPr>
          <p:cNvCxnSpPr>
            <a:cxnSpLocks/>
          </p:cNvCxnSpPr>
          <p:nvPr/>
        </p:nvCxnSpPr>
        <p:spPr>
          <a:xfrm>
            <a:off x="3175085" y="692311"/>
            <a:ext cx="8483515" cy="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nvGrpSpPr>
          <p:cNvPr id="18" name="Grupo 17">
            <a:extLst>
              <a:ext uri="{FF2B5EF4-FFF2-40B4-BE49-F238E27FC236}">
                <a16:creationId xmlns:a16="http://schemas.microsoft.com/office/drawing/2014/main" id="{1100FC86-9E21-3F43-96FF-1554E6DECE89}"/>
              </a:ext>
            </a:extLst>
          </p:cNvPr>
          <p:cNvGrpSpPr/>
          <p:nvPr/>
        </p:nvGrpSpPr>
        <p:grpSpPr>
          <a:xfrm>
            <a:off x="371142" y="6122731"/>
            <a:ext cx="1930011" cy="255101"/>
            <a:chOff x="371142" y="6122731"/>
            <a:chExt cx="1930011" cy="255101"/>
          </a:xfrm>
        </p:grpSpPr>
        <p:pic>
          <p:nvPicPr>
            <p:cNvPr id="19" name="Imagen 18">
              <a:extLst>
                <a:ext uri="{FF2B5EF4-FFF2-40B4-BE49-F238E27FC236}">
                  <a16:creationId xmlns:a16="http://schemas.microsoft.com/office/drawing/2014/main" id="{22002050-E333-7C49-9E48-B54A87A17A5C}"/>
                </a:ext>
              </a:extLst>
            </p:cNvPr>
            <p:cNvPicPr>
              <a:picLocks noChangeAspect="1"/>
            </p:cNvPicPr>
            <p:nvPr/>
          </p:nvPicPr>
          <p:blipFill>
            <a:blip r:embed="rId2"/>
            <a:stretch>
              <a:fillRect/>
            </a:stretch>
          </p:blipFill>
          <p:spPr>
            <a:xfrm>
              <a:off x="371142" y="6124135"/>
              <a:ext cx="800069" cy="253697"/>
            </a:xfrm>
            <a:prstGeom prst="rect">
              <a:avLst/>
            </a:prstGeom>
          </p:spPr>
        </p:pic>
        <p:pic>
          <p:nvPicPr>
            <p:cNvPr id="20" name="Gráfico 19">
              <a:extLst>
                <a:ext uri="{FF2B5EF4-FFF2-40B4-BE49-F238E27FC236}">
                  <a16:creationId xmlns:a16="http://schemas.microsoft.com/office/drawing/2014/main" id="{7DC1AE0D-920E-1C47-A802-5427034EA15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51036" y="6122731"/>
              <a:ext cx="950117" cy="254256"/>
            </a:xfrm>
            <a:prstGeom prst="rect">
              <a:avLst/>
            </a:prstGeom>
          </p:spPr>
        </p:pic>
      </p:grpSp>
    </p:spTree>
    <p:extLst>
      <p:ext uri="{BB962C8B-B14F-4D97-AF65-F5344CB8AC3E}">
        <p14:creationId xmlns:p14="http://schemas.microsoft.com/office/powerpoint/2010/main" val="17094735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redondeado 3">
            <a:extLst>
              <a:ext uri="{FF2B5EF4-FFF2-40B4-BE49-F238E27FC236}">
                <a16:creationId xmlns:a16="http://schemas.microsoft.com/office/drawing/2014/main" id="{2D149263-FB8C-5B4C-8A8F-D13F40D71EB8}"/>
              </a:ext>
            </a:extLst>
          </p:cNvPr>
          <p:cNvSpPr/>
          <p:nvPr/>
        </p:nvSpPr>
        <p:spPr>
          <a:xfrm>
            <a:off x="6096000" y="1304925"/>
            <a:ext cx="5580063" cy="2500594"/>
          </a:xfrm>
          <a:prstGeom prst="roundRect">
            <a:avLst>
              <a:gd name="adj" fmla="val 1271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8" name="Rectángulo 17">
            <a:extLst>
              <a:ext uri="{FF2B5EF4-FFF2-40B4-BE49-F238E27FC236}">
                <a16:creationId xmlns:a16="http://schemas.microsoft.com/office/drawing/2014/main" id="{7C2B5E86-75A8-1D45-9967-530032F56EC0}"/>
              </a:ext>
            </a:extLst>
          </p:cNvPr>
          <p:cNvSpPr/>
          <p:nvPr/>
        </p:nvSpPr>
        <p:spPr>
          <a:xfrm>
            <a:off x="8154615" y="1807068"/>
            <a:ext cx="2937485" cy="1446550"/>
          </a:xfrm>
          <a:prstGeom prst="rect">
            <a:avLst/>
          </a:prstGeom>
        </p:spPr>
        <p:txBody>
          <a:bodyPr wrap="square">
            <a:spAutoFit/>
          </a:bodyPr>
          <a:lstStyle/>
          <a:p>
            <a:pPr algn="ctr"/>
            <a:r>
              <a:rPr lang="es-ES" sz="6000" dirty="0">
                <a:solidFill>
                  <a:srgbClr val="003B42"/>
                </a:solidFill>
                <a:latin typeface="DM Serif Display" pitchFamily="2" charset="0"/>
                <a:cs typeface="Times New Roman" panose="02020603050405020304" pitchFamily="18" charset="0"/>
              </a:rPr>
              <a:t>120,12€</a:t>
            </a:r>
          </a:p>
          <a:p>
            <a:pPr algn="ctr"/>
            <a:r>
              <a:rPr lang="es-ES" sz="1400" dirty="0">
                <a:solidFill>
                  <a:srgbClr val="003B42"/>
                </a:solidFill>
                <a:latin typeface="Montserrat Medium" pitchFamily="2" charset="77"/>
                <a:cs typeface="Times New Roman" panose="02020603050405020304" pitchFamily="18" charset="0"/>
              </a:rPr>
              <a:t>GASTO MEDIO POR TICKET/COMPRA</a:t>
            </a:r>
          </a:p>
        </p:txBody>
      </p:sp>
      <p:sp>
        <p:nvSpPr>
          <p:cNvPr id="15" name="Rectángulo 14">
            <a:extLst>
              <a:ext uri="{FF2B5EF4-FFF2-40B4-BE49-F238E27FC236}">
                <a16:creationId xmlns:a16="http://schemas.microsoft.com/office/drawing/2014/main" id="{5999812E-D4B4-D348-B5B6-D564182370AA}"/>
              </a:ext>
            </a:extLst>
          </p:cNvPr>
          <p:cNvSpPr/>
          <p:nvPr/>
        </p:nvSpPr>
        <p:spPr>
          <a:xfrm>
            <a:off x="398584" y="1905696"/>
            <a:ext cx="4833815" cy="1515351"/>
          </a:xfrm>
          <a:prstGeom prst="rect">
            <a:avLst/>
          </a:prstGeom>
        </p:spPr>
        <p:txBody>
          <a:bodyPr wrap="square" anchor="t">
            <a:spAutoFit/>
          </a:bodyPr>
          <a:lstStyle/>
          <a:p>
            <a:pPr>
              <a:lnSpc>
                <a:spcPts val="1600"/>
              </a:lnSpc>
            </a:pPr>
            <a:r>
              <a:rPr lang="es-ES" sz="1150" kern="0" dirty="0">
                <a:solidFill>
                  <a:schemeClr val="bg1"/>
                </a:solidFill>
                <a:latin typeface="Montserrat" pitchFamily="2" charset="77"/>
                <a:cs typeface="Times New Roman" panose="02020603050405020304" pitchFamily="18" charset="0"/>
              </a:rPr>
              <a:t>El análisis de consumo muestra que el gasto medio por compra se sitúa en 120,12 €, mientras que </a:t>
            </a:r>
            <a:r>
              <a:rPr lang="es-ES" sz="1150" b="1" kern="0" dirty="0">
                <a:solidFill>
                  <a:schemeClr val="bg1"/>
                </a:solidFill>
                <a:latin typeface="Montserrat" pitchFamily="2" charset="77"/>
                <a:cs typeface="Times New Roman" panose="02020603050405020304" pitchFamily="18" charset="0"/>
              </a:rPr>
              <a:t>el gasto medio por persona asciende a 193,71 € al día</a:t>
            </a:r>
            <a:r>
              <a:rPr lang="es-ES" sz="1150" kern="0" dirty="0">
                <a:solidFill>
                  <a:schemeClr val="bg1"/>
                </a:solidFill>
                <a:latin typeface="Montserrat" pitchFamily="2" charset="77"/>
                <a:cs typeface="Times New Roman" panose="02020603050405020304" pitchFamily="18" charset="0"/>
              </a:rPr>
              <a:t>. Esta diferencia refleja que la mayoría de los visitantes realiza más de una transacción durante su estancia, configurando un patrón de consumo recurrente y un impacto económico relevante por persona en el destino.</a:t>
            </a:r>
          </a:p>
        </p:txBody>
      </p:sp>
      <p:sp>
        <p:nvSpPr>
          <p:cNvPr id="16" name="Rectángulo 15">
            <a:extLst>
              <a:ext uri="{FF2B5EF4-FFF2-40B4-BE49-F238E27FC236}">
                <a16:creationId xmlns:a16="http://schemas.microsoft.com/office/drawing/2014/main" id="{A7F3DF1E-A544-F74D-9D15-A024A085374D}"/>
              </a:ext>
            </a:extLst>
          </p:cNvPr>
          <p:cNvSpPr/>
          <p:nvPr/>
        </p:nvSpPr>
        <p:spPr>
          <a:xfrm>
            <a:off x="427652" y="999740"/>
            <a:ext cx="4804748" cy="825995"/>
          </a:xfrm>
          <a:prstGeom prst="rect">
            <a:avLst/>
          </a:prstGeom>
        </p:spPr>
        <p:txBody>
          <a:bodyPr wrap="square">
            <a:spAutoFit/>
          </a:bodyPr>
          <a:lstStyle/>
          <a:p>
            <a:pPr lvl="0">
              <a:lnSpc>
                <a:spcPts val="2800"/>
              </a:lnSpc>
              <a:spcAft>
                <a:spcPts val="0"/>
              </a:spcAft>
              <a:buClr>
                <a:srgbClr val="074F6A"/>
              </a:buClr>
            </a:pPr>
            <a:r>
              <a:rPr lang="es-ES" sz="2800" dirty="0">
                <a:solidFill>
                  <a:schemeClr val="bg1"/>
                </a:solidFill>
                <a:latin typeface="DM Serif Display" pitchFamily="2" charset="0"/>
                <a:cs typeface="Times New Roman" panose="02020603050405020304" pitchFamily="18" charset="0"/>
              </a:rPr>
              <a:t>Gasto medio por ticket / Gasto medio por persona</a:t>
            </a:r>
          </a:p>
        </p:txBody>
      </p:sp>
      <p:sp>
        <p:nvSpPr>
          <p:cNvPr id="20" name="Rectángulo 19">
            <a:extLst>
              <a:ext uri="{FF2B5EF4-FFF2-40B4-BE49-F238E27FC236}">
                <a16:creationId xmlns:a16="http://schemas.microsoft.com/office/drawing/2014/main" id="{B05EAA77-550F-5E44-9134-8E8B5ED5FD02}"/>
              </a:ext>
            </a:extLst>
          </p:cNvPr>
          <p:cNvSpPr/>
          <p:nvPr/>
        </p:nvSpPr>
        <p:spPr>
          <a:xfrm>
            <a:off x="457200" y="369025"/>
            <a:ext cx="2618510" cy="303481"/>
          </a:xfrm>
          <a:prstGeom prst="rect">
            <a:avLst/>
          </a:prstGeom>
        </p:spPr>
        <p:txBody>
          <a:bodyPr wrap="square">
            <a:spAutoFit/>
          </a:bodyPr>
          <a:lstStyle/>
          <a:p>
            <a:pPr>
              <a:lnSpc>
                <a:spcPts val="1800"/>
              </a:lnSpc>
            </a:pPr>
            <a:r>
              <a:rPr lang="es-ES" sz="1000" b="1" dirty="0">
                <a:solidFill>
                  <a:schemeClr val="bg1"/>
                </a:solidFill>
                <a:latin typeface="Montserrat Medium" pitchFamily="2" charset="77"/>
                <a:ea typeface="Times New Roman" panose="02020603050405020304" pitchFamily="18" charset="0"/>
                <a:cs typeface="Times New Roman" panose="02020603050405020304" pitchFamily="18" charset="0"/>
              </a:rPr>
              <a:t>GASTO TURÍSTICO</a:t>
            </a:r>
            <a:endParaRPr lang="es-ES" sz="1000" b="1" dirty="0">
              <a:solidFill>
                <a:schemeClr val="bg1"/>
              </a:solidFill>
              <a:latin typeface="Montserrat Medium" pitchFamily="2" charset="77"/>
            </a:endParaRPr>
          </a:p>
        </p:txBody>
      </p:sp>
      <p:cxnSp>
        <p:nvCxnSpPr>
          <p:cNvPr id="21" name="Conector recto 20">
            <a:extLst>
              <a:ext uri="{FF2B5EF4-FFF2-40B4-BE49-F238E27FC236}">
                <a16:creationId xmlns:a16="http://schemas.microsoft.com/office/drawing/2014/main" id="{7CC9167A-6CF9-714E-B241-7F121AA48896}"/>
              </a:ext>
            </a:extLst>
          </p:cNvPr>
          <p:cNvCxnSpPr>
            <a:cxnSpLocks/>
          </p:cNvCxnSpPr>
          <p:nvPr/>
        </p:nvCxnSpPr>
        <p:spPr>
          <a:xfrm>
            <a:off x="521677" y="693791"/>
            <a:ext cx="1216746" cy="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37" name="Rectángulo redondeado 36">
            <a:extLst>
              <a:ext uri="{FF2B5EF4-FFF2-40B4-BE49-F238E27FC236}">
                <a16:creationId xmlns:a16="http://schemas.microsoft.com/office/drawing/2014/main" id="{A2739CE8-A918-5146-9DA0-9018B32A0651}"/>
              </a:ext>
            </a:extLst>
          </p:cNvPr>
          <p:cNvSpPr/>
          <p:nvPr/>
        </p:nvSpPr>
        <p:spPr>
          <a:xfrm>
            <a:off x="6096000" y="3933056"/>
            <a:ext cx="5580063" cy="2500594"/>
          </a:xfrm>
          <a:prstGeom prst="roundRect">
            <a:avLst>
              <a:gd name="adj" fmla="val 1271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8" name="Rectángulo 37">
            <a:extLst>
              <a:ext uri="{FF2B5EF4-FFF2-40B4-BE49-F238E27FC236}">
                <a16:creationId xmlns:a16="http://schemas.microsoft.com/office/drawing/2014/main" id="{6B782386-B178-604C-A77D-CD50C5B336D2}"/>
              </a:ext>
            </a:extLst>
          </p:cNvPr>
          <p:cNvSpPr/>
          <p:nvPr/>
        </p:nvSpPr>
        <p:spPr>
          <a:xfrm>
            <a:off x="8154615" y="4435199"/>
            <a:ext cx="2937485" cy="1446550"/>
          </a:xfrm>
          <a:prstGeom prst="rect">
            <a:avLst/>
          </a:prstGeom>
        </p:spPr>
        <p:txBody>
          <a:bodyPr wrap="square">
            <a:spAutoFit/>
          </a:bodyPr>
          <a:lstStyle/>
          <a:p>
            <a:pPr algn="ctr"/>
            <a:r>
              <a:rPr lang="es-ES" sz="6000" dirty="0">
                <a:solidFill>
                  <a:srgbClr val="003B42"/>
                </a:solidFill>
                <a:latin typeface="DM Serif Display" pitchFamily="2" charset="0"/>
                <a:cs typeface="Times New Roman" panose="02020603050405020304" pitchFamily="18" charset="0"/>
              </a:rPr>
              <a:t>193,71€</a:t>
            </a:r>
          </a:p>
          <a:p>
            <a:pPr algn="ctr"/>
            <a:r>
              <a:rPr lang="es-ES" sz="1400" dirty="0">
                <a:solidFill>
                  <a:srgbClr val="003B42"/>
                </a:solidFill>
                <a:latin typeface="Montserrat Medium" pitchFamily="2" charset="77"/>
                <a:cs typeface="Times New Roman" panose="02020603050405020304" pitchFamily="18" charset="0"/>
              </a:rPr>
              <a:t>GASTO MEDIO POR PERSONA/DÍA</a:t>
            </a:r>
          </a:p>
        </p:txBody>
      </p:sp>
      <p:pic>
        <p:nvPicPr>
          <p:cNvPr id="40" name="Gráfico 39">
            <a:extLst>
              <a:ext uri="{FF2B5EF4-FFF2-40B4-BE49-F238E27FC236}">
                <a16:creationId xmlns:a16="http://schemas.microsoft.com/office/drawing/2014/main" id="{D1ACE32D-0F62-854F-8C13-D8D83E4DBC2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781799" y="1948218"/>
            <a:ext cx="806355" cy="1209533"/>
          </a:xfrm>
          <a:prstGeom prst="rect">
            <a:avLst/>
          </a:prstGeom>
        </p:spPr>
      </p:pic>
      <p:pic>
        <p:nvPicPr>
          <p:cNvPr id="42" name="Gráfico 41">
            <a:extLst>
              <a:ext uri="{FF2B5EF4-FFF2-40B4-BE49-F238E27FC236}">
                <a16:creationId xmlns:a16="http://schemas.microsoft.com/office/drawing/2014/main" id="{6A5FD622-D1F1-F44F-BC0E-6CBDA9230E2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04662" y="4551684"/>
            <a:ext cx="1160913" cy="1206439"/>
          </a:xfrm>
          <a:prstGeom prst="rect">
            <a:avLst/>
          </a:prstGeom>
        </p:spPr>
      </p:pic>
    </p:spTree>
    <p:extLst>
      <p:ext uri="{BB962C8B-B14F-4D97-AF65-F5344CB8AC3E}">
        <p14:creationId xmlns:p14="http://schemas.microsoft.com/office/powerpoint/2010/main" val="8927345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Gráfico 2">
            <a:extLst>
              <a:ext uri="{FF2B5EF4-FFF2-40B4-BE49-F238E27FC236}">
                <a16:creationId xmlns:a16="http://schemas.microsoft.com/office/drawing/2014/main" id="{8620498E-07F2-B011-85D2-9CA9740B5DAE}"/>
              </a:ext>
            </a:extLst>
          </p:cNvPr>
          <p:cNvGraphicFramePr>
            <a:graphicFrameLocks/>
          </p:cNvGraphicFramePr>
          <p:nvPr>
            <p:extLst>
              <p:ext uri="{D42A27DB-BD31-4B8C-83A1-F6EECF244321}">
                <p14:modId xmlns:p14="http://schemas.microsoft.com/office/powerpoint/2010/main" val="721432434"/>
              </p:ext>
            </p:extLst>
          </p:nvPr>
        </p:nvGraphicFramePr>
        <p:xfrm>
          <a:off x="6096000" y="1304925"/>
          <a:ext cx="5614219" cy="5111749"/>
        </p:xfrm>
        <a:graphic>
          <a:graphicData uri="http://schemas.openxmlformats.org/drawingml/2006/chart">
            <c:chart xmlns:c="http://schemas.openxmlformats.org/drawingml/2006/chart" xmlns:r="http://schemas.openxmlformats.org/officeDocument/2006/relationships" r:id="rId2"/>
          </a:graphicData>
        </a:graphic>
      </p:graphicFrame>
      <p:sp>
        <p:nvSpPr>
          <p:cNvPr id="6" name="Rectángulo 5">
            <a:extLst>
              <a:ext uri="{FF2B5EF4-FFF2-40B4-BE49-F238E27FC236}">
                <a16:creationId xmlns:a16="http://schemas.microsoft.com/office/drawing/2014/main" id="{81CAC722-276D-994C-9D01-D05300C62356}"/>
              </a:ext>
            </a:extLst>
          </p:cNvPr>
          <p:cNvSpPr/>
          <p:nvPr/>
        </p:nvSpPr>
        <p:spPr>
          <a:xfrm>
            <a:off x="398584" y="2235319"/>
            <a:ext cx="4833815" cy="3309111"/>
          </a:xfrm>
          <a:prstGeom prst="rect">
            <a:avLst/>
          </a:prstGeom>
        </p:spPr>
        <p:txBody>
          <a:bodyPr wrap="square" anchor="t">
            <a:spAutoFit/>
          </a:bodyPr>
          <a:lstStyle/>
          <a:p>
            <a:pPr>
              <a:lnSpc>
                <a:spcPts val="1600"/>
              </a:lnSpc>
              <a:spcAft>
                <a:spcPts val="600"/>
              </a:spcAft>
            </a:pPr>
            <a:r>
              <a:rPr lang="es-ES" sz="1150" b="1" kern="0" dirty="0">
                <a:solidFill>
                  <a:schemeClr val="bg1"/>
                </a:solidFill>
                <a:latin typeface="Montserrat" pitchFamily="2" charset="77"/>
                <a:cs typeface="Times New Roman" panose="02020603050405020304" pitchFamily="18" charset="0"/>
              </a:rPr>
              <a:t>En 2024, el gasto turístico en </a:t>
            </a:r>
            <a:r>
              <a:rPr lang="es-ES" sz="1150" b="1" kern="0" dirty="0" err="1">
                <a:solidFill>
                  <a:schemeClr val="bg1"/>
                </a:solidFill>
                <a:latin typeface="Montserrat" pitchFamily="2" charset="77"/>
                <a:cs typeface="Times New Roman" panose="02020603050405020304" pitchFamily="18" charset="0"/>
              </a:rPr>
              <a:t>Benissa</a:t>
            </a:r>
            <a:r>
              <a:rPr lang="es-ES" sz="1150" b="1" kern="0" dirty="0">
                <a:solidFill>
                  <a:schemeClr val="bg1"/>
                </a:solidFill>
                <a:latin typeface="Montserrat" pitchFamily="2" charset="77"/>
                <a:cs typeface="Times New Roman" panose="02020603050405020304" pitchFamily="18" charset="0"/>
              </a:rPr>
              <a:t> registró sus valores más altos en julio y agosto</a:t>
            </a:r>
            <a:r>
              <a:rPr lang="es-ES" sz="1150" kern="0" dirty="0">
                <a:solidFill>
                  <a:schemeClr val="bg1"/>
                </a:solidFill>
                <a:latin typeface="Montserrat" pitchFamily="2" charset="77"/>
                <a:cs typeface="Times New Roman" panose="02020603050405020304" pitchFamily="18" charset="0"/>
              </a:rPr>
              <a:t>, cuando el gasto máximo por persona/día alcanzó los 354 € y 348 €, respectivamente, muy por encima de la media anual. Esta dinámica confirma el fuerte dinamismo de la temporada alta y el atractivo del destino para visitantes con un nivel de consumo elevado.</a:t>
            </a:r>
          </a:p>
          <a:p>
            <a:pPr>
              <a:lnSpc>
                <a:spcPts val="1600"/>
              </a:lnSpc>
              <a:spcAft>
                <a:spcPts val="600"/>
              </a:spcAft>
            </a:pPr>
            <a:r>
              <a:rPr lang="es-ES" sz="1150" kern="0" dirty="0">
                <a:solidFill>
                  <a:schemeClr val="bg1"/>
                </a:solidFill>
                <a:latin typeface="Montserrat" pitchFamily="2" charset="77"/>
                <a:cs typeface="Times New Roman" panose="02020603050405020304" pitchFamily="18" charset="0"/>
              </a:rPr>
              <a:t>El gasto máximo por ticket/compra se mantuvo más estable, con valores en torno a los 100-150 €, destacando picos en los meses centrales del verano y en diciembre.</a:t>
            </a:r>
          </a:p>
          <a:p>
            <a:pPr>
              <a:lnSpc>
                <a:spcPts val="1600"/>
              </a:lnSpc>
              <a:spcAft>
                <a:spcPts val="600"/>
              </a:spcAft>
            </a:pPr>
            <a:r>
              <a:rPr lang="es-ES" sz="1150" kern="0" dirty="0">
                <a:solidFill>
                  <a:schemeClr val="bg1"/>
                </a:solidFill>
                <a:latin typeface="Montserrat" pitchFamily="2" charset="77"/>
                <a:cs typeface="Times New Roman" panose="02020603050405020304" pitchFamily="18" charset="0"/>
              </a:rPr>
              <a:t>En primavera los niveles fueron más moderados, pero representan una oportunidad para reforzar la temporada media mediante productos especializados. El repunte de diciembre (202 € por persona/día y 151 € por ticket) pone de relieve un potencial de </a:t>
            </a:r>
            <a:r>
              <a:rPr lang="es-ES" sz="1150" kern="0" dirty="0" err="1">
                <a:solidFill>
                  <a:schemeClr val="bg1"/>
                </a:solidFill>
                <a:latin typeface="Montserrat" pitchFamily="2" charset="77"/>
                <a:cs typeface="Times New Roman" panose="02020603050405020304" pitchFamily="18" charset="0"/>
              </a:rPr>
              <a:t>desestacionalización</a:t>
            </a:r>
            <a:r>
              <a:rPr lang="es-ES" sz="1150" kern="0" dirty="0">
                <a:solidFill>
                  <a:schemeClr val="bg1"/>
                </a:solidFill>
                <a:latin typeface="Montserrat" pitchFamily="2" charset="77"/>
                <a:cs typeface="Times New Roman" panose="02020603050405020304" pitchFamily="18" charset="0"/>
              </a:rPr>
              <a:t> que contribuye a mantener al destino competitivo durante todo el año.</a:t>
            </a:r>
          </a:p>
        </p:txBody>
      </p:sp>
      <p:sp>
        <p:nvSpPr>
          <p:cNvPr id="7" name="Rectángulo 6">
            <a:extLst>
              <a:ext uri="{FF2B5EF4-FFF2-40B4-BE49-F238E27FC236}">
                <a16:creationId xmlns:a16="http://schemas.microsoft.com/office/drawing/2014/main" id="{74D1C92D-05A4-5D48-B36C-3D08D632AF60}"/>
              </a:ext>
            </a:extLst>
          </p:cNvPr>
          <p:cNvSpPr/>
          <p:nvPr/>
        </p:nvSpPr>
        <p:spPr>
          <a:xfrm>
            <a:off x="427652" y="999740"/>
            <a:ext cx="4668783" cy="1185068"/>
          </a:xfrm>
          <a:prstGeom prst="rect">
            <a:avLst/>
          </a:prstGeom>
        </p:spPr>
        <p:txBody>
          <a:bodyPr wrap="square">
            <a:spAutoFit/>
          </a:bodyPr>
          <a:lstStyle/>
          <a:p>
            <a:pPr lvl="0">
              <a:lnSpc>
                <a:spcPts val="2800"/>
              </a:lnSpc>
              <a:spcAft>
                <a:spcPts val="0"/>
              </a:spcAft>
              <a:buClr>
                <a:srgbClr val="074F6A"/>
              </a:buClr>
            </a:pPr>
            <a:r>
              <a:rPr lang="es-ES" sz="2800" dirty="0">
                <a:solidFill>
                  <a:schemeClr val="bg1"/>
                </a:solidFill>
                <a:latin typeface="DM Serif Display" pitchFamily="2" charset="0"/>
                <a:cs typeface="Times New Roman" panose="02020603050405020304" pitchFamily="18" charset="0"/>
              </a:rPr>
              <a:t>Evolución del gasto máximo por ticket/compra y por persona/día</a:t>
            </a:r>
          </a:p>
        </p:txBody>
      </p:sp>
      <p:sp>
        <p:nvSpPr>
          <p:cNvPr id="10" name="Rectángulo 9">
            <a:extLst>
              <a:ext uri="{FF2B5EF4-FFF2-40B4-BE49-F238E27FC236}">
                <a16:creationId xmlns:a16="http://schemas.microsoft.com/office/drawing/2014/main" id="{2A6CB7F3-B810-2845-970B-30A633683366}"/>
              </a:ext>
            </a:extLst>
          </p:cNvPr>
          <p:cNvSpPr/>
          <p:nvPr/>
        </p:nvSpPr>
        <p:spPr>
          <a:xfrm>
            <a:off x="457200" y="369025"/>
            <a:ext cx="2618510" cy="303481"/>
          </a:xfrm>
          <a:prstGeom prst="rect">
            <a:avLst/>
          </a:prstGeom>
        </p:spPr>
        <p:txBody>
          <a:bodyPr wrap="square">
            <a:spAutoFit/>
          </a:bodyPr>
          <a:lstStyle/>
          <a:p>
            <a:pPr>
              <a:lnSpc>
                <a:spcPts val="1800"/>
              </a:lnSpc>
            </a:pPr>
            <a:r>
              <a:rPr lang="es-ES" sz="1000" b="1" dirty="0">
                <a:solidFill>
                  <a:schemeClr val="bg1"/>
                </a:solidFill>
                <a:latin typeface="Montserrat Medium" pitchFamily="2" charset="77"/>
                <a:ea typeface="Times New Roman" panose="02020603050405020304" pitchFamily="18" charset="0"/>
                <a:cs typeface="Times New Roman" panose="02020603050405020304" pitchFamily="18" charset="0"/>
              </a:rPr>
              <a:t>GASTO TURÍSTICO</a:t>
            </a:r>
            <a:endParaRPr lang="es-ES" sz="1000" b="1" dirty="0">
              <a:solidFill>
                <a:schemeClr val="bg1"/>
              </a:solidFill>
              <a:latin typeface="Montserrat Medium" pitchFamily="2" charset="77"/>
            </a:endParaRPr>
          </a:p>
        </p:txBody>
      </p:sp>
      <p:cxnSp>
        <p:nvCxnSpPr>
          <p:cNvPr id="11" name="Conector recto 10">
            <a:extLst>
              <a:ext uri="{FF2B5EF4-FFF2-40B4-BE49-F238E27FC236}">
                <a16:creationId xmlns:a16="http://schemas.microsoft.com/office/drawing/2014/main" id="{AFD02F58-E9DA-164F-AF48-6715EF0D1C80}"/>
              </a:ext>
            </a:extLst>
          </p:cNvPr>
          <p:cNvCxnSpPr>
            <a:cxnSpLocks/>
          </p:cNvCxnSpPr>
          <p:nvPr/>
        </p:nvCxnSpPr>
        <p:spPr>
          <a:xfrm>
            <a:off x="521677" y="693791"/>
            <a:ext cx="1216746" cy="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45457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Gráfico 5">
            <a:extLst>
              <a:ext uri="{FF2B5EF4-FFF2-40B4-BE49-F238E27FC236}">
                <a16:creationId xmlns:a16="http://schemas.microsoft.com/office/drawing/2014/main" id="{7B02445D-957A-CA43-B38D-2DE253B524F2}"/>
              </a:ext>
            </a:extLst>
          </p:cNvPr>
          <p:cNvGraphicFramePr/>
          <p:nvPr>
            <p:extLst>
              <p:ext uri="{D42A27DB-BD31-4B8C-83A1-F6EECF244321}">
                <p14:modId xmlns:p14="http://schemas.microsoft.com/office/powerpoint/2010/main" val="453383048"/>
              </p:ext>
            </p:extLst>
          </p:nvPr>
        </p:nvGraphicFramePr>
        <p:xfrm>
          <a:off x="6095999" y="1304925"/>
          <a:ext cx="5580063" cy="5111750"/>
        </p:xfrm>
        <a:graphic>
          <a:graphicData uri="http://schemas.openxmlformats.org/drawingml/2006/chart">
            <c:chart xmlns:c="http://schemas.openxmlformats.org/drawingml/2006/chart" xmlns:r="http://schemas.openxmlformats.org/officeDocument/2006/relationships" r:id="rId2"/>
          </a:graphicData>
        </a:graphic>
      </p:graphicFrame>
      <p:sp>
        <p:nvSpPr>
          <p:cNvPr id="8" name="Rectángulo 7">
            <a:extLst>
              <a:ext uri="{FF2B5EF4-FFF2-40B4-BE49-F238E27FC236}">
                <a16:creationId xmlns:a16="http://schemas.microsoft.com/office/drawing/2014/main" id="{63ED920A-7747-424A-8DBB-ACE77DFA1BAF}"/>
              </a:ext>
            </a:extLst>
          </p:cNvPr>
          <p:cNvSpPr/>
          <p:nvPr/>
        </p:nvSpPr>
        <p:spPr>
          <a:xfrm>
            <a:off x="427653" y="999740"/>
            <a:ext cx="4184688" cy="825995"/>
          </a:xfrm>
          <a:prstGeom prst="rect">
            <a:avLst/>
          </a:prstGeom>
        </p:spPr>
        <p:txBody>
          <a:bodyPr wrap="square">
            <a:spAutoFit/>
          </a:bodyPr>
          <a:lstStyle/>
          <a:p>
            <a:pPr lvl="0">
              <a:lnSpc>
                <a:spcPts val="2800"/>
              </a:lnSpc>
              <a:spcAft>
                <a:spcPts val="0"/>
              </a:spcAft>
              <a:buClr>
                <a:srgbClr val="074F6A"/>
              </a:buClr>
            </a:pPr>
            <a:r>
              <a:rPr lang="es-ES" sz="2800" dirty="0">
                <a:solidFill>
                  <a:schemeClr val="bg1"/>
                </a:solidFill>
                <a:latin typeface="DM Serif Display" pitchFamily="2" charset="0"/>
                <a:cs typeface="Times New Roman" panose="02020603050405020304" pitchFamily="18" charset="0"/>
              </a:rPr>
              <a:t>Evolución del gasto total y transacciones</a:t>
            </a:r>
          </a:p>
        </p:txBody>
      </p:sp>
      <p:sp>
        <p:nvSpPr>
          <p:cNvPr id="12" name="Rectángulo 11">
            <a:extLst>
              <a:ext uri="{FF2B5EF4-FFF2-40B4-BE49-F238E27FC236}">
                <a16:creationId xmlns:a16="http://schemas.microsoft.com/office/drawing/2014/main" id="{03C1FB46-6101-4741-9416-8910EA781D22}"/>
              </a:ext>
            </a:extLst>
          </p:cNvPr>
          <p:cNvSpPr/>
          <p:nvPr/>
        </p:nvSpPr>
        <p:spPr>
          <a:xfrm>
            <a:off x="398584" y="1905696"/>
            <a:ext cx="4833815" cy="4001608"/>
          </a:xfrm>
          <a:prstGeom prst="rect">
            <a:avLst/>
          </a:prstGeom>
        </p:spPr>
        <p:txBody>
          <a:bodyPr wrap="square" anchor="t">
            <a:spAutoFit/>
          </a:bodyPr>
          <a:lstStyle/>
          <a:p>
            <a:pPr>
              <a:lnSpc>
                <a:spcPts val="1600"/>
              </a:lnSpc>
              <a:spcAft>
                <a:spcPts val="600"/>
              </a:spcAft>
            </a:pPr>
            <a:r>
              <a:rPr lang="es-ES" sz="1150" b="1" kern="0" dirty="0">
                <a:solidFill>
                  <a:schemeClr val="bg1"/>
                </a:solidFill>
                <a:latin typeface="Montserrat SemiBold" pitchFamily="2" charset="77"/>
                <a:cs typeface="Times New Roman" panose="02020603050405020304" pitchFamily="18" charset="0"/>
              </a:rPr>
              <a:t>Análisis mensual</a:t>
            </a:r>
            <a:endParaRPr lang="es-ES" sz="1150" kern="0" dirty="0">
              <a:solidFill>
                <a:schemeClr val="bg1"/>
              </a:solidFill>
              <a:latin typeface="Montserrat" pitchFamily="2" charset="77"/>
              <a:cs typeface="Times New Roman" panose="02020603050405020304" pitchFamily="18" charset="0"/>
            </a:endParaRPr>
          </a:p>
          <a:p>
            <a:pPr>
              <a:lnSpc>
                <a:spcPts val="1600"/>
              </a:lnSpc>
              <a:spcAft>
                <a:spcPts val="600"/>
              </a:spcAft>
            </a:pPr>
            <a:r>
              <a:rPr lang="es-ES" sz="1150" kern="0" dirty="0">
                <a:solidFill>
                  <a:schemeClr val="bg1"/>
                </a:solidFill>
                <a:latin typeface="Montserrat" pitchFamily="2" charset="77"/>
                <a:cs typeface="Times New Roman" panose="02020603050405020304" pitchFamily="18" charset="0"/>
              </a:rPr>
              <a:t>En 2024, el gasto turístico total registró sus valores más altos en mayo (16.877 €) y julio (15.345 €), seguidos por junio (14.580 €) y agosto (7.900 €). En el extremo opuesto, los niveles más reducidos se situaron en noviembre (1.531 €) y enero (1.671 €). En diciembre se aprecia una recuperación moderada, con 5.420 €, asociada a la campaña navideña.</a:t>
            </a:r>
          </a:p>
          <a:p>
            <a:pPr>
              <a:lnSpc>
                <a:spcPts val="1600"/>
              </a:lnSpc>
              <a:spcAft>
                <a:spcPts val="600"/>
              </a:spcAft>
            </a:pPr>
            <a:r>
              <a:rPr lang="es-ES" sz="1150" kern="0" dirty="0">
                <a:solidFill>
                  <a:schemeClr val="bg1"/>
                </a:solidFill>
                <a:latin typeface="Montserrat" pitchFamily="2" charset="77"/>
                <a:cs typeface="Times New Roman" panose="02020603050405020304" pitchFamily="18" charset="0"/>
              </a:rPr>
              <a:t>El número de transacciones presenta un comportamiento similar, destacando mayo como mes con mayor volumen (8.318 operaciones), junto con julio (12.067) y junio (7.894). Los meses de otoño concentran los valores más bajos, con mínimos en octubre (1.025) y noviembre (1.651), antes del repunte de diciembre (1.250).</a:t>
            </a:r>
          </a:p>
          <a:p>
            <a:pPr>
              <a:lnSpc>
                <a:spcPts val="1600"/>
              </a:lnSpc>
              <a:spcAft>
                <a:spcPts val="600"/>
              </a:spcAft>
            </a:pPr>
            <a:r>
              <a:rPr lang="es-ES" sz="1150" kern="0" dirty="0">
                <a:solidFill>
                  <a:schemeClr val="bg1"/>
                </a:solidFill>
                <a:latin typeface="Montserrat" pitchFamily="2" charset="77"/>
                <a:cs typeface="Times New Roman" panose="02020603050405020304" pitchFamily="18" charset="0"/>
              </a:rPr>
              <a:t>En conjunto, los datos evidencian la fuerte concentración del gasto y de las operaciones en torno a la temporada alta, al tiempo que muestran oportunidades para dinamizar los meses de menor actividad y reforzar la base de consumo en periodos valle.</a:t>
            </a:r>
          </a:p>
        </p:txBody>
      </p:sp>
      <p:sp>
        <p:nvSpPr>
          <p:cNvPr id="13" name="Rectángulo 12">
            <a:extLst>
              <a:ext uri="{FF2B5EF4-FFF2-40B4-BE49-F238E27FC236}">
                <a16:creationId xmlns:a16="http://schemas.microsoft.com/office/drawing/2014/main" id="{8067CD84-FD99-B141-8F90-BB914E2963DB}"/>
              </a:ext>
            </a:extLst>
          </p:cNvPr>
          <p:cNvSpPr/>
          <p:nvPr/>
        </p:nvSpPr>
        <p:spPr>
          <a:xfrm>
            <a:off x="457200" y="369025"/>
            <a:ext cx="2618510" cy="303481"/>
          </a:xfrm>
          <a:prstGeom prst="rect">
            <a:avLst/>
          </a:prstGeom>
        </p:spPr>
        <p:txBody>
          <a:bodyPr wrap="square">
            <a:spAutoFit/>
          </a:bodyPr>
          <a:lstStyle/>
          <a:p>
            <a:pPr>
              <a:lnSpc>
                <a:spcPts val="1800"/>
              </a:lnSpc>
            </a:pPr>
            <a:r>
              <a:rPr lang="es-ES" sz="1000" b="1" dirty="0">
                <a:solidFill>
                  <a:schemeClr val="bg1"/>
                </a:solidFill>
                <a:latin typeface="Montserrat Medium" pitchFamily="2" charset="77"/>
                <a:ea typeface="Times New Roman" panose="02020603050405020304" pitchFamily="18" charset="0"/>
                <a:cs typeface="Times New Roman" panose="02020603050405020304" pitchFamily="18" charset="0"/>
              </a:rPr>
              <a:t>GASTO TURÍSTICO</a:t>
            </a:r>
            <a:endParaRPr lang="es-ES" sz="1000" b="1" dirty="0">
              <a:solidFill>
                <a:schemeClr val="bg1"/>
              </a:solidFill>
              <a:latin typeface="Montserrat Medium" pitchFamily="2" charset="77"/>
            </a:endParaRPr>
          </a:p>
        </p:txBody>
      </p:sp>
      <p:cxnSp>
        <p:nvCxnSpPr>
          <p:cNvPr id="15" name="Conector recto 14">
            <a:extLst>
              <a:ext uri="{FF2B5EF4-FFF2-40B4-BE49-F238E27FC236}">
                <a16:creationId xmlns:a16="http://schemas.microsoft.com/office/drawing/2014/main" id="{EAD83482-5576-1E4E-BA7B-230952FED0A0}"/>
              </a:ext>
            </a:extLst>
          </p:cNvPr>
          <p:cNvCxnSpPr>
            <a:cxnSpLocks/>
          </p:cNvCxnSpPr>
          <p:nvPr/>
        </p:nvCxnSpPr>
        <p:spPr>
          <a:xfrm>
            <a:off x="521677" y="693791"/>
            <a:ext cx="1216746" cy="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26510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Gráfico 5">
            <a:extLst>
              <a:ext uri="{FF2B5EF4-FFF2-40B4-BE49-F238E27FC236}">
                <a16:creationId xmlns:a16="http://schemas.microsoft.com/office/drawing/2014/main" id="{C98868EB-8CB2-2A47-A60E-C9D87CA8008D}"/>
              </a:ext>
            </a:extLst>
          </p:cNvPr>
          <p:cNvGraphicFramePr/>
          <p:nvPr>
            <p:extLst>
              <p:ext uri="{D42A27DB-BD31-4B8C-83A1-F6EECF244321}">
                <p14:modId xmlns:p14="http://schemas.microsoft.com/office/powerpoint/2010/main" val="129244989"/>
              </p:ext>
            </p:extLst>
          </p:nvPr>
        </p:nvGraphicFramePr>
        <p:xfrm>
          <a:off x="6096000" y="1304925"/>
          <a:ext cx="5580063" cy="5111749"/>
        </p:xfrm>
        <a:graphic>
          <a:graphicData uri="http://schemas.openxmlformats.org/drawingml/2006/chart">
            <c:chart xmlns:c="http://schemas.openxmlformats.org/drawingml/2006/chart" xmlns:r="http://schemas.openxmlformats.org/officeDocument/2006/relationships" r:id="rId2"/>
          </a:graphicData>
        </a:graphic>
      </p:graphicFrame>
      <p:sp>
        <p:nvSpPr>
          <p:cNvPr id="7" name="Rectángulo 6">
            <a:extLst>
              <a:ext uri="{FF2B5EF4-FFF2-40B4-BE49-F238E27FC236}">
                <a16:creationId xmlns:a16="http://schemas.microsoft.com/office/drawing/2014/main" id="{DEECDE6E-1127-984C-8652-A26F43FF71DA}"/>
              </a:ext>
            </a:extLst>
          </p:cNvPr>
          <p:cNvSpPr/>
          <p:nvPr/>
        </p:nvSpPr>
        <p:spPr>
          <a:xfrm>
            <a:off x="457200" y="369025"/>
            <a:ext cx="2618510" cy="303481"/>
          </a:xfrm>
          <a:prstGeom prst="rect">
            <a:avLst/>
          </a:prstGeom>
        </p:spPr>
        <p:txBody>
          <a:bodyPr wrap="square">
            <a:spAutoFit/>
          </a:bodyPr>
          <a:lstStyle/>
          <a:p>
            <a:pPr>
              <a:lnSpc>
                <a:spcPts val="1800"/>
              </a:lnSpc>
            </a:pPr>
            <a:r>
              <a:rPr lang="es-ES" sz="1000" b="1" dirty="0">
                <a:solidFill>
                  <a:schemeClr val="bg1"/>
                </a:solidFill>
                <a:latin typeface="Montserrat Medium" pitchFamily="2" charset="77"/>
                <a:ea typeface="Times New Roman" panose="02020603050405020304" pitchFamily="18" charset="0"/>
                <a:cs typeface="Times New Roman" panose="02020603050405020304" pitchFamily="18" charset="0"/>
              </a:rPr>
              <a:t>GASTO TURÍSTICO</a:t>
            </a:r>
            <a:endParaRPr lang="es-ES" sz="1000" b="1" dirty="0">
              <a:solidFill>
                <a:schemeClr val="bg1"/>
              </a:solidFill>
              <a:latin typeface="Montserrat Medium" pitchFamily="2" charset="77"/>
            </a:endParaRPr>
          </a:p>
        </p:txBody>
      </p:sp>
      <p:cxnSp>
        <p:nvCxnSpPr>
          <p:cNvPr id="8" name="Conector recto 7">
            <a:extLst>
              <a:ext uri="{FF2B5EF4-FFF2-40B4-BE49-F238E27FC236}">
                <a16:creationId xmlns:a16="http://schemas.microsoft.com/office/drawing/2014/main" id="{AC7D9FDB-DA78-014A-8A17-0BC7BB1C8ACE}"/>
              </a:ext>
            </a:extLst>
          </p:cNvPr>
          <p:cNvCxnSpPr>
            <a:cxnSpLocks/>
          </p:cNvCxnSpPr>
          <p:nvPr/>
        </p:nvCxnSpPr>
        <p:spPr>
          <a:xfrm>
            <a:off x="521677" y="693791"/>
            <a:ext cx="1216746" cy="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9" name="Rectángulo 8">
            <a:extLst>
              <a:ext uri="{FF2B5EF4-FFF2-40B4-BE49-F238E27FC236}">
                <a16:creationId xmlns:a16="http://schemas.microsoft.com/office/drawing/2014/main" id="{CD50BC45-05BE-6147-967C-06298643D7F7}"/>
              </a:ext>
            </a:extLst>
          </p:cNvPr>
          <p:cNvSpPr/>
          <p:nvPr/>
        </p:nvSpPr>
        <p:spPr>
          <a:xfrm>
            <a:off x="427653" y="999740"/>
            <a:ext cx="3253394" cy="825995"/>
          </a:xfrm>
          <a:prstGeom prst="rect">
            <a:avLst/>
          </a:prstGeom>
        </p:spPr>
        <p:txBody>
          <a:bodyPr wrap="square">
            <a:spAutoFit/>
          </a:bodyPr>
          <a:lstStyle/>
          <a:p>
            <a:pPr lvl="0">
              <a:lnSpc>
                <a:spcPts val="2800"/>
              </a:lnSpc>
              <a:spcAft>
                <a:spcPts val="0"/>
              </a:spcAft>
              <a:buClr>
                <a:srgbClr val="074F6A"/>
              </a:buClr>
            </a:pPr>
            <a:r>
              <a:rPr lang="es-ES" sz="2800" dirty="0">
                <a:solidFill>
                  <a:schemeClr val="bg1"/>
                </a:solidFill>
                <a:latin typeface="DM Serif Display" pitchFamily="2" charset="0"/>
                <a:cs typeface="Times New Roman" panose="02020603050405020304" pitchFamily="18" charset="0"/>
              </a:rPr>
              <a:t>Distribución anual del gasto turístico</a:t>
            </a:r>
          </a:p>
        </p:txBody>
      </p:sp>
      <p:sp>
        <p:nvSpPr>
          <p:cNvPr id="11" name="Rectángulo 10">
            <a:extLst>
              <a:ext uri="{FF2B5EF4-FFF2-40B4-BE49-F238E27FC236}">
                <a16:creationId xmlns:a16="http://schemas.microsoft.com/office/drawing/2014/main" id="{5FF14BF2-5CF2-2D4B-B699-5FCF7C6C4321}"/>
              </a:ext>
            </a:extLst>
          </p:cNvPr>
          <p:cNvSpPr/>
          <p:nvPr/>
        </p:nvSpPr>
        <p:spPr>
          <a:xfrm>
            <a:off x="398584" y="1905696"/>
            <a:ext cx="4833815" cy="3103927"/>
          </a:xfrm>
          <a:prstGeom prst="rect">
            <a:avLst/>
          </a:prstGeom>
        </p:spPr>
        <p:txBody>
          <a:bodyPr wrap="square" anchor="t">
            <a:spAutoFit/>
          </a:bodyPr>
          <a:lstStyle/>
          <a:p>
            <a:pPr>
              <a:lnSpc>
                <a:spcPts val="1600"/>
              </a:lnSpc>
              <a:spcAft>
                <a:spcPts val="600"/>
              </a:spcAft>
            </a:pPr>
            <a:r>
              <a:rPr lang="es-ES" sz="1150" kern="0" dirty="0">
                <a:solidFill>
                  <a:schemeClr val="bg1"/>
                </a:solidFill>
                <a:latin typeface="Montserrat" pitchFamily="2" charset="77"/>
                <a:cs typeface="Times New Roman" panose="02020603050405020304" pitchFamily="18" charset="0"/>
              </a:rPr>
              <a:t>En 2024, el gasto turístico en </a:t>
            </a:r>
            <a:r>
              <a:rPr lang="es-ES" sz="1150" kern="0" dirty="0" err="1">
                <a:solidFill>
                  <a:schemeClr val="bg1"/>
                </a:solidFill>
                <a:latin typeface="Montserrat" pitchFamily="2" charset="77"/>
                <a:cs typeface="Times New Roman" panose="02020603050405020304" pitchFamily="18" charset="0"/>
              </a:rPr>
              <a:t>Benissa</a:t>
            </a:r>
            <a:r>
              <a:rPr lang="es-ES" sz="1150" kern="0" dirty="0">
                <a:solidFill>
                  <a:schemeClr val="bg1"/>
                </a:solidFill>
                <a:latin typeface="Montserrat" pitchFamily="2" charset="77"/>
                <a:cs typeface="Times New Roman" panose="02020603050405020304" pitchFamily="18" charset="0"/>
              </a:rPr>
              <a:t> mostró una marcada estacionalidad. Desde enero, con niveles en torno al 15%, se observa un crecimiento progresivo que alcanza su máximo en mayo y junio (31%), coincidiendo con la primavera y el inicio del verano.</a:t>
            </a:r>
          </a:p>
          <a:p>
            <a:pPr>
              <a:lnSpc>
                <a:spcPts val="1600"/>
              </a:lnSpc>
              <a:spcAft>
                <a:spcPts val="600"/>
              </a:spcAft>
            </a:pPr>
            <a:r>
              <a:rPr lang="es-ES" sz="1150" kern="0" dirty="0">
                <a:solidFill>
                  <a:schemeClr val="bg1"/>
                </a:solidFill>
                <a:latin typeface="Montserrat" pitchFamily="2" charset="77"/>
                <a:cs typeface="Times New Roman" panose="02020603050405020304" pitchFamily="18" charset="0"/>
              </a:rPr>
              <a:t>A partir de julio comienza un descenso continuado: en septiembre y octubre los valores caen por debajo del 10%, reflejando la finalización de la temporada alta. En diciembre se aprecia un leve repunte, aunque sin recuperar los niveles de los meses centrales.</a:t>
            </a:r>
          </a:p>
          <a:p>
            <a:pPr>
              <a:lnSpc>
                <a:spcPts val="1600"/>
              </a:lnSpc>
              <a:spcAft>
                <a:spcPts val="600"/>
              </a:spcAft>
            </a:pPr>
            <a:r>
              <a:rPr lang="es-ES" sz="1150" kern="0" dirty="0">
                <a:solidFill>
                  <a:schemeClr val="bg1"/>
                </a:solidFill>
                <a:latin typeface="Montserrat" pitchFamily="2" charset="77"/>
                <a:cs typeface="Times New Roman" panose="02020603050405020304" pitchFamily="18" charset="0"/>
              </a:rPr>
              <a:t>Esta dinámica confirma la solidez de la temporada alta, al tiempo que evidencia la oportunidad de fortalecer los meses de menor intensidad para avanzar hacia un reparto más equilibrado del gasto a lo largo del año.</a:t>
            </a:r>
          </a:p>
        </p:txBody>
      </p:sp>
    </p:spTree>
    <p:extLst>
      <p:ext uri="{BB962C8B-B14F-4D97-AF65-F5344CB8AC3E}">
        <p14:creationId xmlns:p14="http://schemas.microsoft.com/office/powerpoint/2010/main" val="21421918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CC38B-F23B-1416-AA3F-8795EA7D06B1}"/>
            </a:ext>
          </a:extLst>
        </p:cNvPr>
        <p:cNvGrpSpPr/>
        <p:nvPr/>
      </p:nvGrpSpPr>
      <p:grpSpPr>
        <a:xfrm>
          <a:off x="0" y="0"/>
          <a:ext cx="0" cy="0"/>
          <a:chOff x="0" y="0"/>
          <a:chExt cx="0" cy="0"/>
        </a:xfrm>
      </p:grpSpPr>
      <p:sp>
        <p:nvSpPr>
          <p:cNvPr id="3" name="Rectángulo 2">
            <a:extLst>
              <a:ext uri="{FF2B5EF4-FFF2-40B4-BE49-F238E27FC236}">
                <a16:creationId xmlns:a16="http://schemas.microsoft.com/office/drawing/2014/main" id="{CA9ABAD9-D234-7294-BD38-0B3B920A43EA}"/>
              </a:ext>
            </a:extLst>
          </p:cNvPr>
          <p:cNvSpPr/>
          <p:nvPr/>
        </p:nvSpPr>
        <p:spPr>
          <a:xfrm>
            <a:off x="638668" y="1075606"/>
            <a:ext cx="4074261" cy="303481"/>
          </a:xfrm>
          <a:prstGeom prst="rect">
            <a:avLst/>
          </a:prstGeom>
        </p:spPr>
        <p:txBody>
          <a:bodyPr wrap="square">
            <a:spAutoFit/>
          </a:bodyPr>
          <a:lstStyle/>
          <a:p>
            <a:pPr>
              <a:lnSpc>
                <a:spcPts val="1800"/>
              </a:lnSpc>
            </a:pPr>
            <a:r>
              <a:rPr lang="es-ES" sz="1200" dirty="0">
                <a:solidFill>
                  <a:schemeClr val="bg1"/>
                </a:solidFill>
                <a:latin typeface="Montserrat Medium" pitchFamily="2" charset="77"/>
                <a:ea typeface="Times New Roman" panose="02020603050405020304" pitchFamily="18" charset="0"/>
                <a:cs typeface="Times New Roman" panose="02020603050405020304" pitchFamily="18" charset="0"/>
              </a:rPr>
              <a:t>GASTO TURÍSTICO</a:t>
            </a:r>
            <a:endParaRPr lang="es-ES" sz="1200" dirty="0">
              <a:solidFill>
                <a:schemeClr val="bg1"/>
              </a:solidFill>
              <a:latin typeface="Montserrat Medium" pitchFamily="2" charset="77"/>
            </a:endParaRPr>
          </a:p>
        </p:txBody>
      </p:sp>
      <p:sp>
        <p:nvSpPr>
          <p:cNvPr id="7" name="Rectángulo 6">
            <a:extLst>
              <a:ext uri="{FF2B5EF4-FFF2-40B4-BE49-F238E27FC236}">
                <a16:creationId xmlns:a16="http://schemas.microsoft.com/office/drawing/2014/main" id="{77B02B84-32A0-0B91-0F23-F48F3A76340B}"/>
              </a:ext>
            </a:extLst>
          </p:cNvPr>
          <p:cNvSpPr/>
          <p:nvPr/>
        </p:nvSpPr>
        <p:spPr>
          <a:xfrm>
            <a:off x="638668" y="1392995"/>
            <a:ext cx="7139240" cy="474425"/>
          </a:xfrm>
          <a:prstGeom prst="rect">
            <a:avLst/>
          </a:prstGeom>
        </p:spPr>
        <p:txBody>
          <a:bodyPr wrap="square">
            <a:spAutoFit/>
          </a:bodyPr>
          <a:lstStyle/>
          <a:p>
            <a:pPr>
              <a:lnSpc>
                <a:spcPts val="2800"/>
              </a:lnSpc>
              <a:buClr>
                <a:srgbClr val="074F6A"/>
              </a:buClr>
            </a:pPr>
            <a:r>
              <a:rPr lang="es-ES" sz="2800" dirty="0">
                <a:solidFill>
                  <a:schemeClr val="bg1"/>
                </a:solidFill>
                <a:latin typeface="DM Serif Display" pitchFamily="2" charset="0"/>
                <a:cs typeface="Times New Roman" panose="02020603050405020304" pitchFamily="18" charset="0"/>
              </a:rPr>
              <a:t>Conclusiones y resultados</a:t>
            </a:r>
          </a:p>
        </p:txBody>
      </p:sp>
      <p:sp>
        <p:nvSpPr>
          <p:cNvPr id="10" name="Rectángulo 9">
            <a:extLst>
              <a:ext uri="{FF2B5EF4-FFF2-40B4-BE49-F238E27FC236}">
                <a16:creationId xmlns:a16="http://schemas.microsoft.com/office/drawing/2014/main" id="{7318337E-25DE-5BF2-AA5F-6892A58DDC13}"/>
              </a:ext>
            </a:extLst>
          </p:cNvPr>
          <p:cNvSpPr/>
          <p:nvPr/>
        </p:nvSpPr>
        <p:spPr>
          <a:xfrm>
            <a:off x="638668" y="2136261"/>
            <a:ext cx="5261810" cy="3645998"/>
          </a:xfrm>
          <a:prstGeom prst="rect">
            <a:avLst/>
          </a:prstGeom>
        </p:spPr>
        <p:txBody>
          <a:bodyPr wrap="square">
            <a:spAutoFit/>
          </a:bodyPr>
          <a:lstStyle/>
          <a:p>
            <a:pPr marL="185738" lvl="0" indent="-185738">
              <a:lnSpc>
                <a:spcPct val="115000"/>
              </a:lnSpc>
              <a:spcAft>
                <a:spcPts val="800"/>
              </a:spcAft>
              <a:buFont typeface="Symbol" pitchFamily="2" charset="2"/>
              <a:buChar char=""/>
            </a:pPr>
            <a:r>
              <a:rPr lang="es-ES" sz="1400" b="1" kern="0" dirty="0">
                <a:solidFill>
                  <a:schemeClr val="bg1"/>
                </a:solidFill>
                <a:latin typeface="Montserrat SemiBold" pitchFamily="2" charset="77"/>
                <a:cs typeface="Times New Roman" panose="02020603050405020304" pitchFamily="18" charset="0"/>
              </a:rPr>
              <a:t>Gasto medio elevado</a:t>
            </a:r>
            <a:br>
              <a:rPr lang="es-ES" sz="1400" kern="0" dirty="0">
                <a:solidFill>
                  <a:schemeClr val="bg1"/>
                </a:solidFill>
                <a:latin typeface="Montserrat" pitchFamily="2" charset="77"/>
                <a:cs typeface="Times New Roman" panose="02020603050405020304" pitchFamily="18" charset="0"/>
              </a:rPr>
            </a:br>
            <a:r>
              <a:rPr lang="es-ES" sz="1400" kern="0" dirty="0">
                <a:solidFill>
                  <a:schemeClr val="bg1"/>
                </a:solidFill>
                <a:latin typeface="Montserrat" pitchFamily="2" charset="77"/>
                <a:cs typeface="Times New Roman" panose="02020603050405020304" pitchFamily="18" charset="0"/>
              </a:rPr>
              <a:t>El análisis de consumo confirma que cada visitante genera un impacto económico significativo del destino, con un gasto medio diario de </a:t>
            </a:r>
            <a:r>
              <a:rPr lang="es-ES" sz="1400" b="1" kern="0" dirty="0">
                <a:solidFill>
                  <a:schemeClr val="bg1"/>
                </a:solidFill>
                <a:latin typeface="Montserrat" pitchFamily="2" charset="77"/>
                <a:cs typeface="Times New Roman" panose="02020603050405020304" pitchFamily="18" charset="0"/>
              </a:rPr>
              <a:t>193,71 € por persona.</a:t>
            </a:r>
            <a:r>
              <a:rPr lang="es-ES" sz="1400" kern="0" dirty="0">
                <a:solidFill>
                  <a:schemeClr val="bg1"/>
                </a:solidFill>
                <a:latin typeface="Montserrat" pitchFamily="2" charset="77"/>
                <a:cs typeface="Times New Roman" panose="02020603050405020304" pitchFamily="18" charset="0"/>
              </a:rPr>
              <a:t> Esta cifra refleja la recurrencia de las transacciones realizadas durante la estancia y la relevancia del turismo para la economía local. </a:t>
            </a:r>
          </a:p>
          <a:p>
            <a:pPr marL="185738" lvl="0" indent="-185738">
              <a:lnSpc>
                <a:spcPct val="115000"/>
              </a:lnSpc>
              <a:spcAft>
                <a:spcPts val="800"/>
              </a:spcAft>
              <a:buFont typeface="Symbol" pitchFamily="2" charset="2"/>
              <a:buChar char=""/>
            </a:pPr>
            <a:r>
              <a:rPr lang="es-ES" sz="1400" b="1" kern="0" dirty="0">
                <a:solidFill>
                  <a:schemeClr val="bg1"/>
                </a:solidFill>
                <a:latin typeface="Montserrat SemiBold" pitchFamily="2" charset="77"/>
                <a:cs typeface="Times New Roman" panose="02020603050405020304" pitchFamily="18" charset="0"/>
              </a:rPr>
              <a:t>Concentración del gasto en temporada alta</a:t>
            </a:r>
            <a:br>
              <a:rPr lang="es-ES" sz="1400" kern="0" dirty="0">
                <a:solidFill>
                  <a:schemeClr val="bg1"/>
                </a:solidFill>
                <a:latin typeface="Montserrat" pitchFamily="2" charset="77"/>
                <a:cs typeface="Times New Roman" panose="02020603050405020304" pitchFamily="18" charset="0"/>
              </a:rPr>
            </a:br>
            <a:r>
              <a:rPr lang="es-ES" sz="1400" kern="0" dirty="0">
                <a:solidFill>
                  <a:schemeClr val="bg1"/>
                </a:solidFill>
                <a:latin typeface="Montserrat" pitchFamily="2" charset="77"/>
                <a:cs typeface="Times New Roman" panose="02020603050405020304" pitchFamily="18" charset="0"/>
              </a:rPr>
              <a:t>Los meses de junio, julio y agosto constituyen el punto álgido del ejercicio, con un gasto por persona que supera los </a:t>
            </a:r>
            <a:r>
              <a:rPr lang="es-ES" sz="1400" b="1" kern="0" dirty="0">
                <a:solidFill>
                  <a:schemeClr val="bg1"/>
                </a:solidFill>
                <a:latin typeface="Montserrat" pitchFamily="2" charset="77"/>
                <a:cs typeface="Times New Roman" panose="02020603050405020304" pitchFamily="18" charset="0"/>
              </a:rPr>
              <a:t>350 € diarios</a:t>
            </a:r>
            <a:r>
              <a:rPr lang="es-ES" sz="1400" kern="0" dirty="0">
                <a:solidFill>
                  <a:schemeClr val="bg1"/>
                </a:solidFill>
                <a:latin typeface="Montserrat" pitchFamily="2" charset="77"/>
                <a:cs typeface="Times New Roman" panose="02020603050405020304" pitchFamily="18" charset="0"/>
              </a:rPr>
              <a:t>. Este comportamiento pone de manifiesto la fortaleza de la temporada alta y la capacidad del destino para atraer perfiles de alto poder adquisitivo en el periodo estival. </a:t>
            </a:r>
          </a:p>
        </p:txBody>
      </p:sp>
      <p:sp>
        <p:nvSpPr>
          <p:cNvPr id="11" name="Rectángulo 10">
            <a:extLst>
              <a:ext uri="{FF2B5EF4-FFF2-40B4-BE49-F238E27FC236}">
                <a16:creationId xmlns:a16="http://schemas.microsoft.com/office/drawing/2014/main" id="{2FFF3CF5-1AD4-1325-088F-D2FA1B0A30C2}"/>
              </a:ext>
            </a:extLst>
          </p:cNvPr>
          <p:cNvSpPr/>
          <p:nvPr/>
        </p:nvSpPr>
        <p:spPr>
          <a:xfrm>
            <a:off x="6291522" y="2136261"/>
            <a:ext cx="5261810" cy="3645998"/>
          </a:xfrm>
          <a:prstGeom prst="rect">
            <a:avLst/>
          </a:prstGeom>
        </p:spPr>
        <p:txBody>
          <a:bodyPr wrap="square">
            <a:spAutoFit/>
          </a:bodyPr>
          <a:lstStyle/>
          <a:p>
            <a:pPr marL="185738" lvl="0" indent="-185738">
              <a:lnSpc>
                <a:spcPct val="115000"/>
              </a:lnSpc>
              <a:spcAft>
                <a:spcPts val="800"/>
              </a:spcAft>
              <a:buFont typeface="Symbol" pitchFamily="2" charset="2"/>
              <a:buChar char=""/>
            </a:pPr>
            <a:r>
              <a:rPr lang="es-ES" sz="1400" b="1" kern="0" dirty="0">
                <a:solidFill>
                  <a:schemeClr val="bg1"/>
                </a:solidFill>
                <a:latin typeface="Montserrat SemiBold" pitchFamily="2" charset="77"/>
                <a:cs typeface="Times New Roman" panose="02020603050405020304" pitchFamily="18" charset="0"/>
              </a:rPr>
              <a:t>Estacionalidad marcada</a:t>
            </a:r>
            <a:br>
              <a:rPr lang="es-ES" sz="1400" kern="0" dirty="0">
                <a:solidFill>
                  <a:schemeClr val="bg1"/>
                </a:solidFill>
                <a:latin typeface="Montserrat" pitchFamily="2" charset="77"/>
                <a:cs typeface="Times New Roman" panose="02020603050405020304" pitchFamily="18" charset="0"/>
              </a:rPr>
            </a:br>
            <a:r>
              <a:rPr lang="es-ES" sz="1400" kern="0" dirty="0">
                <a:solidFill>
                  <a:schemeClr val="bg1"/>
                </a:solidFill>
                <a:latin typeface="Montserrat" pitchFamily="2" charset="77"/>
                <a:cs typeface="Times New Roman" panose="02020603050405020304" pitchFamily="18" charset="0"/>
              </a:rPr>
              <a:t>La distribución anual del gasto muestra una fuerte concentración en el segundo y tercer trimestre, con mayo, junio, julio y agosto como meses dominantes. El descenso posterior en otoño y principios de invierno se ve parcialmente compensado por el repunte de diciembre, vinculado al consumo de la campaña navideña.</a:t>
            </a:r>
          </a:p>
          <a:p>
            <a:pPr marL="185738" lvl="0" indent="-185738">
              <a:lnSpc>
                <a:spcPct val="115000"/>
              </a:lnSpc>
              <a:spcAft>
                <a:spcPts val="800"/>
              </a:spcAft>
              <a:buFont typeface="Symbol" pitchFamily="2" charset="2"/>
              <a:buChar char=""/>
            </a:pPr>
            <a:r>
              <a:rPr lang="es-ES" sz="1400" b="1" kern="0" dirty="0">
                <a:solidFill>
                  <a:schemeClr val="bg1"/>
                </a:solidFill>
                <a:latin typeface="Montserrat SemiBold" pitchFamily="2" charset="77"/>
                <a:cs typeface="Times New Roman" panose="02020603050405020304" pitchFamily="18" charset="0"/>
              </a:rPr>
              <a:t>Intensidad de las transacciones </a:t>
            </a:r>
            <a:br>
              <a:rPr lang="es-ES" sz="1400" kern="0" dirty="0">
                <a:solidFill>
                  <a:schemeClr val="bg1"/>
                </a:solidFill>
                <a:latin typeface="Montserrat" pitchFamily="2" charset="77"/>
                <a:cs typeface="Times New Roman" panose="02020603050405020304" pitchFamily="18" charset="0"/>
              </a:rPr>
            </a:br>
            <a:r>
              <a:rPr lang="es-ES" sz="1400" kern="0" dirty="0">
                <a:solidFill>
                  <a:schemeClr val="bg1"/>
                </a:solidFill>
                <a:latin typeface="Montserrat" pitchFamily="2" charset="77"/>
                <a:cs typeface="Times New Roman" panose="02020603050405020304" pitchFamily="18" charset="0"/>
              </a:rPr>
              <a:t>El número de operaciones refleja un dinamismo paralelo al gasto total, superando en julio las 25.000 transacciones. Este dato evidencia que la temporada previa al verano se ha consolidado como un periodo de elevada actividad económica. </a:t>
            </a:r>
          </a:p>
        </p:txBody>
      </p:sp>
    </p:spTree>
    <p:extLst>
      <p:ext uri="{BB962C8B-B14F-4D97-AF65-F5344CB8AC3E}">
        <p14:creationId xmlns:p14="http://schemas.microsoft.com/office/powerpoint/2010/main" val="26415512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E1AAF08B-AB44-6547-891C-337A413BF743}"/>
              </a:ext>
            </a:extLst>
          </p:cNvPr>
          <p:cNvSpPr/>
          <p:nvPr/>
        </p:nvSpPr>
        <p:spPr>
          <a:xfrm>
            <a:off x="3072248" y="1638685"/>
            <a:ext cx="4103252" cy="846963"/>
          </a:xfrm>
          <a:prstGeom prst="rect">
            <a:avLst/>
          </a:prstGeom>
        </p:spPr>
        <p:txBody>
          <a:bodyPr wrap="square">
            <a:spAutoFit/>
          </a:bodyPr>
          <a:lstStyle/>
          <a:p>
            <a:pPr>
              <a:lnSpc>
                <a:spcPts val="5500"/>
              </a:lnSpc>
            </a:pPr>
            <a:r>
              <a:rPr lang="es-ES" sz="6000" dirty="0">
                <a:solidFill>
                  <a:srgbClr val="003B42"/>
                </a:solidFill>
                <a:latin typeface="DM Serif Display" pitchFamily="2" charset="0"/>
                <a:ea typeface="Times New Roman" panose="02020603050405020304" pitchFamily="18" charset="0"/>
                <a:cs typeface="Times New Roman" panose="02020603050405020304" pitchFamily="18" charset="0"/>
              </a:rPr>
              <a:t>Ocupación</a:t>
            </a:r>
            <a:endParaRPr lang="es-ES" sz="6000" dirty="0">
              <a:solidFill>
                <a:srgbClr val="003B42"/>
              </a:solidFill>
              <a:latin typeface="DM Serif Display" pitchFamily="2" charset="0"/>
            </a:endParaRPr>
          </a:p>
        </p:txBody>
      </p:sp>
      <p:sp>
        <p:nvSpPr>
          <p:cNvPr id="10" name="Rectángulo 9">
            <a:extLst>
              <a:ext uri="{FF2B5EF4-FFF2-40B4-BE49-F238E27FC236}">
                <a16:creationId xmlns:a16="http://schemas.microsoft.com/office/drawing/2014/main" id="{2BCF689F-2CE8-BE49-9F6A-A5E2C1489191}"/>
              </a:ext>
            </a:extLst>
          </p:cNvPr>
          <p:cNvSpPr/>
          <p:nvPr/>
        </p:nvSpPr>
        <p:spPr>
          <a:xfrm>
            <a:off x="-1" y="2488517"/>
            <a:ext cx="2600326" cy="1436355"/>
          </a:xfrm>
          <a:prstGeom prst="rect">
            <a:avLst/>
          </a:prstGeom>
        </p:spPr>
        <p:txBody>
          <a:bodyPr wrap="square">
            <a:spAutoFit/>
          </a:bodyPr>
          <a:lstStyle/>
          <a:p>
            <a:pPr algn="ctr">
              <a:lnSpc>
                <a:spcPts val="4200"/>
              </a:lnSpc>
            </a:pPr>
            <a:r>
              <a:rPr lang="es-ES" sz="25000" dirty="0">
                <a:solidFill>
                  <a:schemeClr val="bg1">
                    <a:alpha val="50000"/>
                  </a:schemeClr>
                </a:solidFill>
                <a:latin typeface="DM Serif Display" pitchFamily="2" charset="0"/>
                <a:cs typeface="Times New Roman" panose="02020603050405020304" pitchFamily="18" charset="0"/>
              </a:rPr>
              <a:t>3</a:t>
            </a:r>
            <a:endParaRPr lang="es-ES" sz="25000" dirty="0">
              <a:solidFill>
                <a:schemeClr val="bg1">
                  <a:alpha val="50000"/>
                </a:schemeClr>
              </a:solidFill>
              <a:latin typeface="DM Serif Display" pitchFamily="2" charset="0"/>
            </a:endParaRPr>
          </a:p>
        </p:txBody>
      </p:sp>
      <p:sp>
        <p:nvSpPr>
          <p:cNvPr id="11" name="Rectángulo 10">
            <a:extLst>
              <a:ext uri="{FF2B5EF4-FFF2-40B4-BE49-F238E27FC236}">
                <a16:creationId xmlns:a16="http://schemas.microsoft.com/office/drawing/2014/main" id="{4070855A-A8FD-E042-A75E-9A4242A27E72}"/>
              </a:ext>
            </a:extLst>
          </p:cNvPr>
          <p:cNvSpPr/>
          <p:nvPr/>
        </p:nvSpPr>
        <p:spPr>
          <a:xfrm>
            <a:off x="3089227" y="430374"/>
            <a:ext cx="5104282" cy="246221"/>
          </a:xfrm>
          <a:prstGeom prst="rect">
            <a:avLst/>
          </a:prstGeom>
        </p:spPr>
        <p:txBody>
          <a:bodyPr wrap="none">
            <a:spAutoFit/>
          </a:bodyPr>
          <a:lstStyle/>
          <a:p>
            <a:r>
              <a:rPr lang="es-ES" sz="1000" b="1" dirty="0">
                <a:solidFill>
                  <a:schemeClr val="bg2">
                    <a:lumMod val="75000"/>
                  </a:schemeClr>
                </a:solidFill>
                <a:latin typeface="Montserrat SemiBold" pitchFamily="2" charset="77"/>
              </a:rPr>
              <a:t>INFORME DE ANÁLISIS DE DATOS | SMART OFFICE BENISSA | ENE – DIC 24</a:t>
            </a:r>
          </a:p>
        </p:txBody>
      </p:sp>
      <p:cxnSp>
        <p:nvCxnSpPr>
          <p:cNvPr id="13" name="Conector recto 12">
            <a:extLst>
              <a:ext uri="{FF2B5EF4-FFF2-40B4-BE49-F238E27FC236}">
                <a16:creationId xmlns:a16="http://schemas.microsoft.com/office/drawing/2014/main" id="{D76CEBD8-AF3E-4042-B6C7-9AFEB28132E9}"/>
              </a:ext>
            </a:extLst>
          </p:cNvPr>
          <p:cNvCxnSpPr>
            <a:cxnSpLocks/>
          </p:cNvCxnSpPr>
          <p:nvPr/>
        </p:nvCxnSpPr>
        <p:spPr>
          <a:xfrm>
            <a:off x="3175085" y="692311"/>
            <a:ext cx="8483515" cy="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nvGrpSpPr>
          <p:cNvPr id="18" name="Grupo 17">
            <a:extLst>
              <a:ext uri="{FF2B5EF4-FFF2-40B4-BE49-F238E27FC236}">
                <a16:creationId xmlns:a16="http://schemas.microsoft.com/office/drawing/2014/main" id="{1100FC86-9E21-3F43-96FF-1554E6DECE89}"/>
              </a:ext>
            </a:extLst>
          </p:cNvPr>
          <p:cNvGrpSpPr/>
          <p:nvPr/>
        </p:nvGrpSpPr>
        <p:grpSpPr>
          <a:xfrm>
            <a:off x="371142" y="6122731"/>
            <a:ext cx="1930011" cy="255101"/>
            <a:chOff x="371142" y="6122731"/>
            <a:chExt cx="1930011" cy="255101"/>
          </a:xfrm>
        </p:grpSpPr>
        <p:pic>
          <p:nvPicPr>
            <p:cNvPr id="19" name="Imagen 18">
              <a:extLst>
                <a:ext uri="{FF2B5EF4-FFF2-40B4-BE49-F238E27FC236}">
                  <a16:creationId xmlns:a16="http://schemas.microsoft.com/office/drawing/2014/main" id="{22002050-E333-7C49-9E48-B54A87A17A5C}"/>
                </a:ext>
              </a:extLst>
            </p:cNvPr>
            <p:cNvPicPr>
              <a:picLocks noChangeAspect="1"/>
            </p:cNvPicPr>
            <p:nvPr/>
          </p:nvPicPr>
          <p:blipFill>
            <a:blip r:embed="rId2"/>
            <a:stretch>
              <a:fillRect/>
            </a:stretch>
          </p:blipFill>
          <p:spPr>
            <a:xfrm>
              <a:off x="371142" y="6124135"/>
              <a:ext cx="800069" cy="253697"/>
            </a:xfrm>
            <a:prstGeom prst="rect">
              <a:avLst/>
            </a:prstGeom>
          </p:spPr>
        </p:pic>
        <p:pic>
          <p:nvPicPr>
            <p:cNvPr id="20" name="Gráfico 19">
              <a:extLst>
                <a:ext uri="{FF2B5EF4-FFF2-40B4-BE49-F238E27FC236}">
                  <a16:creationId xmlns:a16="http://schemas.microsoft.com/office/drawing/2014/main" id="{7DC1AE0D-920E-1C47-A802-5427034EA15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51036" y="6122731"/>
              <a:ext cx="950117" cy="254256"/>
            </a:xfrm>
            <a:prstGeom prst="rect">
              <a:avLst/>
            </a:prstGeom>
          </p:spPr>
        </p:pic>
      </p:grpSp>
    </p:spTree>
    <p:extLst>
      <p:ext uri="{BB962C8B-B14F-4D97-AF65-F5344CB8AC3E}">
        <p14:creationId xmlns:p14="http://schemas.microsoft.com/office/powerpoint/2010/main" val="6930384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Gráfico 5">
            <a:extLst>
              <a:ext uri="{FF2B5EF4-FFF2-40B4-BE49-F238E27FC236}">
                <a16:creationId xmlns:a16="http://schemas.microsoft.com/office/drawing/2014/main" id="{CB9244EF-91D2-1A43-9AE6-712A29145EA8}"/>
              </a:ext>
            </a:extLst>
          </p:cNvPr>
          <p:cNvGraphicFramePr/>
          <p:nvPr>
            <p:extLst>
              <p:ext uri="{D42A27DB-BD31-4B8C-83A1-F6EECF244321}">
                <p14:modId xmlns:p14="http://schemas.microsoft.com/office/powerpoint/2010/main" val="4209428742"/>
              </p:ext>
            </p:extLst>
          </p:nvPr>
        </p:nvGraphicFramePr>
        <p:xfrm>
          <a:off x="6096000" y="1304925"/>
          <a:ext cx="5580063" cy="5111750"/>
        </p:xfrm>
        <a:graphic>
          <a:graphicData uri="http://schemas.openxmlformats.org/drawingml/2006/chart">
            <c:chart xmlns:c="http://schemas.openxmlformats.org/drawingml/2006/chart" xmlns:r="http://schemas.openxmlformats.org/officeDocument/2006/relationships" r:id="rId3"/>
          </a:graphicData>
        </a:graphic>
      </p:graphicFrame>
      <p:sp>
        <p:nvSpPr>
          <p:cNvPr id="7" name="Rectángulo 6">
            <a:extLst>
              <a:ext uri="{FF2B5EF4-FFF2-40B4-BE49-F238E27FC236}">
                <a16:creationId xmlns:a16="http://schemas.microsoft.com/office/drawing/2014/main" id="{DE9853BA-1BE6-104B-A32E-E7A27E2F5F49}"/>
              </a:ext>
            </a:extLst>
          </p:cNvPr>
          <p:cNvSpPr/>
          <p:nvPr/>
        </p:nvSpPr>
        <p:spPr>
          <a:xfrm>
            <a:off x="457200" y="369025"/>
            <a:ext cx="2618510" cy="303481"/>
          </a:xfrm>
          <a:prstGeom prst="rect">
            <a:avLst/>
          </a:prstGeom>
        </p:spPr>
        <p:txBody>
          <a:bodyPr wrap="square">
            <a:spAutoFit/>
          </a:bodyPr>
          <a:lstStyle/>
          <a:p>
            <a:pPr>
              <a:lnSpc>
                <a:spcPts val="1800"/>
              </a:lnSpc>
            </a:pPr>
            <a:r>
              <a:rPr lang="es-ES" sz="1000" b="1" dirty="0">
                <a:solidFill>
                  <a:schemeClr val="bg1"/>
                </a:solidFill>
                <a:latin typeface="Montserrat Medium" pitchFamily="2" charset="77"/>
                <a:ea typeface="Times New Roman" panose="02020603050405020304" pitchFamily="18" charset="0"/>
                <a:cs typeface="Times New Roman" panose="02020603050405020304" pitchFamily="18" charset="0"/>
              </a:rPr>
              <a:t>OCUPACIÓN</a:t>
            </a:r>
            <a:endParaRPr lang="es-ES" sz="1000" b="1" dirty="0">
              <a:solidFill>
                <a:schemeClr val="bg1"/>
              </a:solidFill>
              <a:latin typeface="Montserrat Medium" pitchFamily="2" charset="77"/>
            </a:endParaRPr>
          </a:p>
        </p:txBody>
      </p:sp>
      <p:cxnSp>
        <p:nvCxnSpPr>
          <p:cNvPr id="8" name="Conector recto 7">
            <a:extLst>
              <a:ext uri="{FF2B5EF4-FFF2-40B4-BE49-F238E27FC236}">
                <a16:creationId xmlns:a16="http://schemas.microsoft.com/office/drawing/2014/main" id="{6B1FA10C-4DC1-014D-AADC-9F1EFB9B1EDE}"/>
              </a:ext>
            </a:extLst>
          </p:cNvPr>
          <p:cNvCxnSpPr>
            <a:cxnSpLocks/>
          </p:cNvCxnSpPr>
          <p:nvPr/>
        </p:nvCxnSpPr>
        <p:spPr>
          <a:xfrm>
            <a:off x="521677" y="693791"/>
            <a:ext cx="849923" cy="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9" name="Rectángulo 8">
            <a:extLst>
              <a:ext uri="{FF2B5EF4-FFF2-40B4-BE49-F238E27FC236}">
                <a16:creationId xmlns:a16="http://schemas.microsoft.com/office/drawing/2014/main" id="{49DD1442-3A12-5A4E-91A1-61B044E9AABD}"/>
              </a:ext>
            </a:extLst>
          </p:cNvPr>
          <p:cNvSpPr/>
          <p:nvPr/>
        </p:nvSpPr>
        <p:spPr>
          <a:xfrm>
            <a:off x="427653" y="999740"/>
            <a:ext cx="3253394" cy="833498"/>
          </a:xfrm>
          <a:prstGeom prst="rect">
            <a:avLst/>
          </a:prstGeom>
        </p:spPr>
        <p:txBody>
          <a:bodyPr wrap="square">
            <a:spAutoFit/>
          </a:bodyPr>
          <a:lstStyle/>
          <a:p>
            <a:pPr lvl="0">
              <a:lnSpc>
                <a:spcPts val="2800"/>
              </a:lnSpc>
              <a:spcAft>
                <a:spcPts val="0"/>
              </a:spcAft>
              <a:buClr>
                <a:srgbClr val="074F6A"/>
              </a:buClr>
            </a:pPr>
            <a:r>
              <a:rPr lang="es-ES" sz="2800" dirty="0">
                <a:solidFill>
                  <a:schemeClr val="bg1"/>
                </a:solidFill>
                <a:latin typeface="DM Serif Display" pitchFamily="2" charset="0"/>
                <a:cs typeface="Times New Roman" panose="02020603050405020304" pitchFamily="18" charset="0"/>
              </a:rPr>
              <a:t>Cantidad de turistas alojados</a:t>
            </a:r>
          </a:p>
        </p:txBody>
      </p:sp>
      <p:sp>
        <p:nvSpPr>
          <p:cNvPr id="10" name="Rectángulo 9">
            <a:extLst>
              <a:ext uri="{FF2B5EF4-FFF2-40B4-BE49-F238E27FC236}">
                <a16:creationId xmlns:a16="http://schemas.microsoft.com/office/drawing/2014/main" id="{5BF6799D-0ACB-DB4F-B897-B951111E553F}"/>
              </a:ext>
            </a:extLst>
          </p:cNvPr>
          <p:cNvSpPr/>
          <p:nvPr/>
        </p:nvSpPr>
        <p:spPr>
          <a:xfrm>
            <a:off x="398584" y="1905694"/>
            <a:ext cx="4833815" cy="3668184"/>
          </a:xfrm>
          <a:prstGeom prst="rect">
            <a:avLst/>
          </a:prstGeom>
        </p:spPr>
        <p:txBody>
          <a:bodyPr wrap="square" anchor="t">
            <a:spAutoFit/>
          </a:bodyPr>
          <a:lstStyle/>
          <a:p>
            <a:pPr>
              <a:lnSpc>
                <a:spcPts val="1600"/>
              </a:lnSpc>
              <a:spcAft>
                <a:spcPts val="600"/>
              </a:spcAft>
            </a:pPr>
            <a:r>
              <a:rPr lang="es-ES" sz="1150" b="1" kern="0" dirty="0">
                <a:solidFill>
                  <a:schemeClr val="bg1"/>
                </a:solidFill>
                <a:latin typeface="Montserrat SemiBold" pitchFamily="2" charset="77"/>
                <a:cs typeface="Times New Roman" panose="02020603050405020304" pitchFamily="18" charset="0"/>
              </a:rPr>
              <a:t>Número total de turistas alojados por estación</a:t>
            </a:r>
            <a:endParaRPr lang="es-ES" sz="1150" kern="0" dirty="0">
              <a:solidFill>
                <a:schemeClr val="bg1"/>
              </a:solidFill>
              <a:latin typeface="Montserrat" pitchFamily="2" charset="77"/>
              <a:cs typeface="Times New Roman" panose="02020603050405020304" pitchFamily="18" charset="0"/>
            </a:endParaRPr>
          </a:p>
          <a:p>
            <a:pPr>
              <a:lnSpc>
                <a:spcPts val="1600"/>
              </a:lnSpc>
              <a:spcAft>
                <a:spcPts val="600"/>
              </a:spcAft>
            </a:pPr>
            <a:r>
              <a:rPr lang="es-ES" sz="1150" kern="0" dirty="0">
                <a:solidFill>
                  <a:schemeClr val="bg1"/>
                </a:solidFill>
                <a:latin typeface="Montserrat" pitchFamily="2" charset="77"/>
                <a:cs typeface="Times New Roman" panose="02020603050405020304" pitchFamily="18" charset="0"/>
              </a:rPr>
              <a:t>El verano concentra el mayor volumen de turistas alojados en </a:t>
            </a:r>
            <a:r>
              <a:rPr lang="es-ES" sz="1150" kern="0" dirty="0" err="1">
                <a:solidFill>
                  <a:schemeClr val="bg1"/>
                </a:solidFill>
                <a:latin typeface="Montserrat" pitchFamily="2" charset="77"/>
                <a:cs typeface="Times New Roman" panose="02020603050405020304" pitchFamily="18" charset="0"/>
              </a:rPr>
              <a:t>Benissa</a:t>
            </a:r>
            <a:r>
              <a:rPr lang="es-ES" sz="1150" kern="0" dirty="0">
                <a:solidFill>
                  <a:schemeClr val="bg1"/>
                </a:solidFill>
                <a:latin typeface="Montserrat" pitchFamily="2" charset="77"/>
                <a:cs typeface="Times New Roman" panose="02020603050405020304" pitchFamily="18" charset="0"/>
              </a:rPr>
              <a:t>, con 122.000 registros, lo que confirma la fuerte concentración de la demanda en temporada alta.</a:t>
            </a:r>
          </a:p>
          <a:p>
            <a:pPr>
              <a:lnSpc>
                <a:spcPts val="1600"/>
              </a:lnSpc>
              <a:spcAft>
                <a:spcPts val="600"/>
              </a:spcAft>
            </a:pPr>
            <a:r>
              <a:rPr lang="es-ES" sz="1150" kern="0" dirty="0">
                <a:solidFill>
                  <a:schemeClr val="bg1"/>
                </a:solidFill>
                <a:latin typeface="Montserrat" pitchFamily="2" charset="77"/>
                <a:cs typeface="Times New Roman" panose="02020603050405020304" pitchFamily="18" charset="0"/>
              </a:rPr>
              <a:t>En primavera (62.919) y otoño (62.143) los niveles se mantienen en cifras similares, reflejando estabilidad en las estaciones intermedias y un interés sostenido más allá de los meses punta.</a:t>
            </a:r>
          </a:p>
          <a:p>
            <a:pPr>
              <a:lnSpc>
                <a:spcPts val="1600"/>
              </a:lnSpc>
              <a:spcAft>
                <a:spcPts val="600"/>
              </a:spcAft>
            </a:pPr>
            <a:r>
              <a:rPr lang="es-ES" sz="1150" kern="0" dirty="0">
                <a:solidFill>
                  <a:schemeClr val="bg1"/>
                </a:solidFill>
                <a:latin typeface="Montserrat" pitchFamily="2" charset="77"/>
                <a:cs typeface="Times New Roman" panose="02020603050405020304" pitchFamily="18" charset="0"/>
              </a:rPr>
              <a:t>En invierno, el número de turistas alojados desciende hasta 40.184, un comportamiento habitual en esta época del año. Aun así, abre oportunidades para atraer nuevos perfiles de demanda y diversificar la oferta.</a:t>
            </a:r>
          </a:p>
          <a:p>
            <a:pPr>
              <a:lnSpc>
                <a:spcPts val="1600"/>
              </a:lnSpc>
              <a:spcAft>
                <a:spcPts val="600"/>
              </a:spcAft>
            </a:pPr>
            <a:r>
              <a:rPr lang="es-ES" sz="1150" kern="0" dirty="0">
                <a:solidFill>
                  <a:schemeClr val="bg1"/>
                </a:solidFill>
                <a:latin typeface="Montserrat" pitchFamily="2" charset="77"/>
                <a:cs typeface="Times New Roman" panose="02020603050405020304" pitchFamily="18" charset="0"/>
              </a:rPr>
              <a:t>En conjunto, los datos evidencian un patrón estacional claro, que refuerza la importancia de avanzar en estrategias de </a:t>
            </a:r>
            <a:r>
              <a:rPr lang="es-ES" sz="1150" kern="0" dirty="0" err="1">
                <a:solidFill>
                  <a:schemeClr val="bg1"/>
                </a:solidFill>
                <a:latin typeface="Montserrat" pitchFamily="2" charset="77"/>
                <a:cs typeface="Times New Roman" panose="02020603050405020304" pitchFamily="18" charset="0"/>
              </a:rPr>
              <a:t>desestacionalización</a:t>
            </a:r>
            <a:r>
              <a:rPr lang="es-ES" sz="1150" kern="0" dirty="0">
                <a:solidFill>
                  <a:schemeClr val="bg1"/>
                </a:solidFill>
                <a:latin typeface="Montserrat" pitchFamily="2" charset="77"/>
                <a:cs typeface="Times New Roman" panose="02020603050405020304" pitchFamily="18" charset="0"/>
              </a:rPr>
              <a:t> y en la optimización del uso de la planta </a:t>
            </a:r>
            <a:r>
              <a:rPr lang="es-ES" sz="1150" kern="0" dirty="0" err="1">
                <a:solidFill>
                  <a:schemeClr val="bg1"/>
                </a:solidFill>
                <a:latin typeface="Montserrat" pitchFamily="2" charset="77"/>
                <a:cs typeface="Times New Roman" panose="02020603050405020304" pitchFamily="18" charset="0"/>
              </a:rPr>
              <a:t>alojativa</a:t>
            </a:r>
            <a:r>
              <a:rPr lang="es-ES" sz="1150" kern="0" dirty="0">
                <a:solidFill>
                  <a:schemeClr val="bg1"/>
                </a:solidFill>
                <a:latin typeface="Montserrat" pitchFamily="2" charset="77"/>
                <a:cs typeface="Times New Roman" panose="02020603050405020304" pitchFamily="18" charset="0"/>
              </a:rPr>
              <a:t> a lo largo de todo el año.</a:t>
            </a:r>
          </a:p>
        </p:txBody>
      </p:sp>
    </p:spTree>
    <p:extLst>
      <p:ext uri="{BB962C8B-B14F-4D97-AF65-F5344CB8AC3E}">
        <p14:creationId xmlns:p14="http://schemas.microsoft.com/office/powerpoint/2010/main" val="17947385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Gráfico 5">
            <a:extLst>
              <a:ext uri="{FF2B5EF4-FFF2-40B4-BE49-F238E27FC236}">
                <a16:creationId xmlns:a16="http://schemas.microsoft.com/office/drawing/2014/main" id="{97AB06AE-5A09-4D40-BAA2-7E2B1EFF042E}"/>
              </a:ext>
            </a:extLst>
          </p:cNvPr>
          <p:cNvGraphicFramePr/>
          <p:nvPr>
            <p:extLst>
              <p:ext uri="{D42A27DB-BD31-4B8C-83A1-F6EECF244321}">
                <p14:modId xmlns:p14="http://schemas.microsoft.com/office/powerpoint/2010/main" val="4268286543"/>
              </p:ext>
            </p:extLst>
          </p:nvPr>
        </p:nvGraphicFramePr>
        <p:xfrm>
          <a:off x="6096000" y="1304925"/>
          <a:ext cx="5580063" cy="5111749"/>
        </p:xfrm>
        <a:graphic>
          <a:graphicData uri="http://schemas.openxmlformats.org/drawingml/2006/chart">
            <c:chart xmlns:c="http://schemas.openxmlformats.org/drawingml/2006/chart" xmlns:r="http://schemas.openxmlformats.org/officeDocument/2006/relationships" r:id="rId3"/>
          </a:graphicData>
        </a:graphic>
      </p:graphicFrame>
      <p:sp>
        <p:nvSpPr>
          <p:cNvPr id="7" name="Rectángulo 6">
            <a:extLst>
              <a:ext uri="{FF2B5EF4-FFF2-40B4-BE49-F238E27FC236}">
                <a16:creationId xmlns:a16="http://schemas.microsoft.com/office/drawing/2014/main" id="{C7C647BD-CA7B-E344-A94F-3B2B464B4502}"/>
              </a:ext>
            </a:extLst>
          </p:cNvPr>
          <p:cNvSpPr/>
          <p:nvPr/>
        </p:nvSpPr>
        <p:spPr>
          <a:xfrm>
            <a:off x="457200" y="369025"/>
            <a:ext cx="2618510" cy="303481"/>
          </a:xfrm>
          <a:prstGeom prst="rect">
            <a:avLst/>
          </a:prstGeom>
        </p:spPr>
        <p:txBody>
          <a:bodyPr wrap="square">
            <a:spAutoFit/>
          </a:bodyPr>
          <a:lstStyle/>
          <a:p>
            <a:pPr>
              <a:lnSpc>
                <a:spcPts val="1800"/>
              </a:lnSpc>
            </a:pPr>
            <a:r>
              <a:rPr lang="es-ES" sz="1000" b="1" dirty="0">
                <a:solidFill>
                  <a:schemeClr val="bg1"/>
                </a:solidFill>
                <a:latin typeface="Montserrat Medium" pitchFamily="2" charset="77"/>
                <a:ea typeface="Times New Roman" panose="02020603050405020304" pitchFamily="18" charset="0"/>
                <a:cs typeface="Times New Roman" panose="02020603050405020304" pitchFamily="18" charset="0"/>
              </a:rPr>
              <a:t>OCUPACIÓN</a:t>
            </a:r>
            <a:endParaRPr lang="es-ES" sz="1000" b="1" dirty="0">
              <a:solidFill>
                <a:schemeClr val="bg1"/>
              </a:solidFill>
              <a:latin typeface="Montserrat Medium" pitchFamily="2" charset="77"/>
            </a:endParaRPr>
          </a:p>
        </p:txBody>
      </p:sp>
      <p:cxnSp>
        <p:nvCxnSpPr>
          <p:cNvPr id="8" name="Conector recto 7">
            <a:extLst>
              <a:ext uri="{FF2B5EF4-FFF2-40B4-BE49-F238E27FC236}">
                <a16:creationId xmlns:a16="http://schemas.microsoft.com/office/drawing/2014/main" id="{A6D46230-1F4E-8B4A-B76E-817C34890F77}"/>
              </a:ext>
            </a:extLst>
          </p:cNvPr>
          <p:cNvCxnSpPr>
            <a:cxnSpLocks/>
          </p:cNvCxnSpPr>
          <p:nvPr/>
        </p:nvCxnSpPr>
        <p:spPr>
          <a:xfrm>
            <a:off x="521677" y="693791"/>
            <a:ext cx="849923" cy="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9" name="Rectángulo 8">
            <a:extLst>
              <a:ext uri="{FF2B5EF4-FFF2-40B4-BE49-F238E27FC236}">
                <a16:creationId xmlns:a16="http://schemas.microsoft.com/office/drawing/2014/main" id="{8CA1082F-D396-2044-AB58-CA5944D29C8C}"/>
              </a:ext>
            </a:extLst>
          </p:cNvPr>
          <p:cNvSpPr/>
          <p:nvPr/>
        </p:nvSpPr>
        <p:spPr>
          <a:xfrm>
            <a:off x="427652" y="999740"/>
            <a:ext cx="4399841" cy="825995"/>
          </a:xfrm>
          <a:prstGeom prst="rect">
            <a:avLst/>
          </a:prstGeom>
        </p:spPr>
        <p:txBody>
          <a:bodyPr wrap="square">
            <a:spAutoFit/>
          </a:bodyPr>
          <a:lstStyle/>
          <a:p>
            <a:pPr lvl="0">
              <a:lnSpc>
                <a:spcPts val="2800"/>
              </a:lnSpc>
              <a:spcAft>
                <a:spcPts val="0"/>
              </a:spcAft>
              <a:buClr>
                <a:srgbClr val="074F6A"/>
              </a:buClr>
            </a:pPr>
            <a:r>
              <a:rPr lang="es-ES" sz="2800" dirty="0">
                <a:solidFill>
                  <a:schemeClr val="bg1"/>
                </a:solidFill>
                <a:latin typeface="DM Serif Display" pitchFamily="2" charset="0"/>
                <a:cs typeface="Times New Roman" panose="02020603050405020304" pitchFamily="18" charset="0"/>
              </a:rPr>
              <a:t>Media de pernoctaciones por estación</a:t>
            </a:r>
          </a:p>
        </p:txBody>
      </p:sp>
      <p:sp>
        <p:nvSpPr>
          <p:cNvPr id="12" name="Rectángulo 11">
            <a:extLst>
              <a:ext uri="{FF2B5EF4-FFF2-40B4-BE49-F238E27FC236}">
                <a16:creationId xmlns:a16="http://schemas.microsoft.com/office/drawing/2014/main" id="{BBF40DDD-C75E-6F41-A764-E0B9BADC8542}"/>
              </a:ext>
            </a:extLst>
          </p:cNvPr>
          <p:cNvSpPr/>
          <p:nvPr/>
        </p:nvSpPr>
        <p:spPr>
          <a:xfrm>
            <a:off x="398584" y="1919143"/>
            <a:ext cx="4833815" cy="3180871"/>
          </a:xfrm>
          <a:prstGeom prst="rect">
            <a:avLst/>
          </a:prstGeom>
        </p:spPr>
        <p:txBody>
          <a:bodyPr wrap="square" anchor="t">
            <a:spAutoFit/>
          </a:bodyPr>
          <a:lstStyle/>
          <a:p>
            <a:pPr>
              <a:lnSpc>
                <a:spcPts val="1600"/>
              </a:lnSpc>
              <a:spcAft>
                <a:spcPts val="600"/>
              </a:spcAft>
            </a:pPr>
            <a:r>
              <a:rPr lang="es-ES" sz="1150" b="1" kern="0" dirty="0">
                <a:solidFill>
                  <a:schemeClr val="bg1"/>
                </a:solidFill>
                <a:latin typeface="Montserrat" pitchFamily="2" charset="77"/>
                <a:cs typeface="Times New Roman" panose="02020603050405020304" pitchFamily="18" charset="0"/>
              </a:rPr>
              <a:t>En 2024 la estancia media se situó en torno a 14,5 noches</a:t>
            </a:r>
            <a:r>
              <a:rPr lang="es-ES" sz="1150" kern="0" dirty="0">
                <a:solidFill>
                  <a:schemeClr val="bg1"/>
                </a:solidFill>
                <a:latin typeface="Montserrat" pitchFamily="2" charset="77"/>
                <a:cs typeface="Times New Roman" panose="02020603050405020304" pitchFamily="18" charset="0"/>
              </a:rPr>
              <a:t>, con el valor más alto en verano (15,3) y el más bajo en invierno (14,0). </a:t>
            </a:r>
          </a:p>
          <a:p>
            <a:pPr>
              <a:lnSpc>
                <a:spcPts val="1600"/>
              </a:lnSpc>
              <a:spcAft>
                <a:spcPts val="600"/>
              </a:spcAft>
            </a:pPr>
            <a:r>
              <a:rPr lang="es-ES" sz="1150" kern="0" dirty="0">
                <a:solidFill>
                  <a:schemeClr val="bg1"/>
                </a:solidFill>
                <a:latin typeface="Montserrat" pitchFamily="2" charset="77"/>
                <a:cs typeface="Times New Roman" panose="02020603050405020304" pitchFamily="18" charset="0"/>
              </a:rPr>
              <a:t>Esta estabilidad refleja la capacidad del destino para retener visitantes durante periodos prolongados, más allá de la temporada alta.</a:t>
            </a:r>
          </a:p>
          <a:p>
            <a:pPr>
              <a:lnSpc>
                <a:spcPts val="1600"/>
              </a:lnSpc>
              <a:spcAft>
                <a:spcPts val="600"/>
              </a:spcAft>
            </a:pPr>
            <a:r>
              <a:rPr lang="es-ES" sz="1150" kern="0" dirty="0">
                <a:solidFill>
                  <a:schemeClr val="bg1"/>
                </a:solidFill>
                <a:latin typeface="Montserrat" pitchFamily="2" charset="77"/>
                <a:cs typeface="Times New Roman" panose="02020603050405020304" pitchFamily="18" charset="0"/>
              </a:rPr>
              <a:t>La primavera y el otoño muestran cifras similares, lo que confirma un margen de consolidación de la temporada media, mientras que el invierno abre oportunidades para diseñar productos vinculados al descanso y a la baja presión turística.</a:t>
            </a:r>
          </a:p>
          <a:p>
            <a:pPr>
              <a:lnSpc>
                <a:spcPts val="1600"/>
              </a:lnSpc>
              <a:spcAft>
                <a:spcPts val="600"/>
              </a:spcAft>
            </a:pPr>
            <a:r>
              <a:rPr lang="es-ES" sz="1150" kern="0" dirty="0">
                <a:solidFill>
                  <a:schemeClr val="bg1"/>
                </a:solidFill>
                <a:latin typeface="Montserrat" pitchFamily="2" charset="77"/>
                <a:cs typeface="Times New Roman" panose="02020603050405020304" pitchFamily="18" charset="0"/>
              </a:rPr>
              <a:t>El rango entre la estancia mínima (1 noche) y la máxima (31 noches) evidencia la diversidad de perfiles, desde escapadas cortas hasta largas estancias, lo que refuerza la versatilidad del destino ante diferentes motivaciones y necesidades.</a:t>
            </a:r>
          </a:p>
        </p:txBody>
      </p:sp>
    </p:spTree>
    <p:extLst>
      <p:ext uri="{BB962C8B-B14F-4D97-AF65-F5344CB8AC3E}">
        <p14:creationId xmlns:p14="http://schemas.microsoft.com/office/powerpoint/2010/main" val="6342776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Gráfico 2">
            <a:extLst>
              <a:ext uri="{FF2B5EF4-FFF2-40B4-BE49-F238E27FC236}">
                <a16:creationId xmlns:a16="http://schemas.microsoft.com/office/drawing/2014/main" id="{647BC515-2821-5281-3616-22F6A4BE92A3}"/>
              </a:ext>
            </a:extLst>
          </p:cNvPr>
          <p:cNvGraphicFramePr>
            <a:graphicFrameLocks/>
          </p:cNvGraphicFramePr>
          <p:nvPr>
            <p:extLst>
              <p:ext uri="{D42A27DB-BD31-4B8C-83A1-F6EECF244321}">
                <p14:modId xmlns:p14="http://schemas.microsoft.com/office/powerpoint/2010/main" val="3835430711"/>
              </p:ext>
            </p:extLst>
          </p:nvPr>
        </p:nvGraphicFramePr>
        <p:xfrm>
          <a:off x="6096000" y="1304925"/>
          <a:ext cx="5580062" cy="5111749"/>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ángulo 5">
            <a:extLst>
              <a:ext uri="{FF2B5EF4-FFF2-40B4-BE49-F238E27FC236}">
                <a16:creationId xmlns:a16="http://schemas.microsoft.com/office/drawing/2014/main" id="{FDB511EE-6195-9A4C-AEB7-F1A32771627E}"/>
              </a:ext>
            </a:extLst>
          </p:cNvPr>
          <p:cNvSpPr/>
          <p:nvPr/>
        </p:nvSpPr>
        <p:spPr>
          <a:xfrm>
            <a:off x="457200" y="369025"/>
            <a:ext cx="2618510" cy="303481"/>
          </a:xfrm>
          <a:prstGeom prst="rect">
            <a:avLst/>
          </a:prstGeom>
        </p:spPr>
        <p:txBody>
          <a:bodyPr wrap="square">
            <a:spAutoFit/>
          </a:bodyPr>
          <a:lstStyle/>
          <a:p>
            <a:pPr>
              <a:lnSpc>
                <a:spcPts val="1800"/>
              </a:lnSpc>
            </a:pPr>
            <a:r>
              <a:rPr lang="es-ES" sz="1000" b="1" dirty="0">
                <a:solidFill>
                  <a:schemeClr val="bg1"/>
                </a:solidFill>
                <a:latin typeface="Montserrat Medium" pitchFamily="2" charset="77"/>
                <a:ea typeface="Times New Roman" panose="02020603050405020304" pitchFamily="18" charset="0"/>
                <a:cs typeface="Times New Roman" panose="02020603050405020304" pitchFamily="18" charset="0"/>
              </a:rPr>
              <a:t>OCUPACIÓN</a:t>
            </a:r>
            <a:endParaRPr lang="es-ES" sz="1000" b="1" dirty="0">
              <a:solidFill>
                <a:schemeClr val="bg1"/>
              </a:solidFill>
              <a:latin typeface="Montserrat Medium" pitchFamily="2" charset="77"/>
            </a:endParaRPr>
          </a:p>
        </p:txBody>
      </p:sp>
      <p:cxnSp>
        <p:nvCxnSpPr>
          <p:cNvPr id="7" name="Conector recto 6">
            <a:extLst>
              <a:ext uri="{FF2B5EF4-FFF2-40B4-BE49-F238E27FC236}">
                <a16:creationId xmlns:a16="http://schemas.microsoft.com/office/drawing/2014/main" id="{B3362BF6-24AF-0C4D-91B8-B0841AA98EDA}"/>
              </a:ext>
            </a:extLst>
          </p:cNvPr>
          <p:cNvCxnSpPr>
            <a:cxnSpLocks/>
          </p:cNvCxnSpPr>
          <p:nvPr/>
        </p:nvCxnSpPr>
        <p:spPr>
          <a:xfrm>
            <a:off x="521677" y="693791"/>
            <a:ext cx="849923" cy="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8" name="Rectángulo 7">
            <a:extLst>
              <a:ext uri="{FF2B5EF4-FFF2-40B4-BE49-F238E27FC236}">
                <a16:creationId xmlns:a16="http://schemas.microsoft.com/office/drawing/2014/main" id="{A1536D43-5191-5A4D-BA62-0FCD6A86DBFE}"/>
              </a:ext>
            </a:extLst>
          </p:cNvPr>
          <p:cNvSpPr/>
          <p:nvPr/>
        </p:nvSpPr>
        <p:spPr>
          <a:xfrm>
            <a:off x="427653" y="999740"/>
            <a:ext cx="3956088" cy="1192571"/>
          </a:xfrm>
          <a:prstGeom prst="rect">
            <a:avLst/>
          </a:prstGeom>
        </p:spPr>
        <p:txBody>
          <a:bodyPr wrap="square">
            <a:spAutoFit/>
          </a:bodyPr>
          <a:lstStyle/>
          <a:p>
            <a:pPr lvl="0">
              <a:lnSpc>
                <a:spcPts val="2800"/>
              </a:lnSpc>
              <a:spcAft>
                <a:spcPts val="0"/>
              </a:spcAft>
              <a:buClr>
                <a:srgbClr val="074F6A"/>
              </a:buClr>
            </a:pPr>
            <a:r>
              <a:rPr lang="es-ES" sz="2800" dirty="0">
                <a:solidFill>
                  <a:schemeClr val="bg1"/>
                </a:solidFill>
                <a:latin typeface="DM Serif Display" pitchFamily="2" charset="0"/>
                <a:cs typeface="Times New Roman" panose="02020603050405020304" pitchFamily="18" charset="0"/>
              </a:rPr>
              <a:t>Porcentaje de ocupación según tipo de alojamiento y mes</a:t>
            </a:r>
          </a:p>
        </p:txBody>
      </p:sp>
      <p:sp>
        <p:nvSpPr>
          <p:cNvPr id="9" name="Rectángulo 8">
            <a:extLst>
              <a:ext uri="{FF2B5EF4-FFF2-40B4-BE49-F238E27FC236}">
                <a16:creationId xmlns:a16="http://schemas.microsoft.com/office/drawing/2014/main" id="{B5CFF9D5-74B7-A54F-8E59-F95325E4C2F6}"/>
              </a:ext>
            </a:extLst>
          </p:cNvPr>
          <p:cNvSpPr/>
          <p:nvPr/>
        </p:nvSpPr>
        <p:spPr>
          <a:xfrm>
            <a:off x="398584" y="2232680"/>
            <a:ext cx="4833815" cy="3232167"/>
          </a:xfrm>
          <a:prstGeom prst="rect">
            <a:avLst/>
          </a:prstGeom>
        </p:spPr>
        <p:txBody>
          <a:bodyPr wrap="square" anchor="t">
            <a:spAutoFit/>
          </a:bodyPr>
          <a:lstStyle/>
          <a:p>
            <a:pPr>
              <a:lnSpc>
                <a:spcPts val="1600"/>
              </a:lnSpc>
              <a:spcAft>
                <a:spcPts val="600"/>
              </a:spcAft>
            </a:pPr>
            <a:r>
              <a:rPr lang="es-ES" sz="1150" kern="0" dirty="0">
                <a:solidFill>
                  <a:schemeClr val="bg1"/>
                </a:solidFill>
                <a:latin typeface="Montserrat" pitchFamily="2" charset="77"/>
                <a:cs typeface="Times New Roman" panose="02020603050405020304" pitchFamily="18" charset="0"/>
              </a:rPr>
              <a:t>En 2024, la tipología con mayor nivel de ocupación fueron las VUT, que alcanzaron su pico en julio con valores próximos al 90% y se mantuvieron por encima del 80% en agosto. Los chalets y villas también registraron cifras muy elevadas, superando el 70% en julio y llegando al 86% en agosto. Los hoteles mostraron un crecimiento sostenido desde primavera, hasta situarse en torno al 70% en julio, mientras que el alojamiento rural mantuvo porcentajes más bajos durante todo el año, con un repunte en agosto cercano al 40%.</a:t>
            </a:r>
          </a:p>
          <a:p>
            <a:pPr>
              <a:lnSpc>
                <a:spcPts val="1600"/>
              </a:lnSpc>
              <a:spcAft>
                <a:spcPts val="600"/>
              </a:spcAft>
            </a:pPr>
            <a:r>
              <a:rPr lang="es-ES" sz="1150" kern="0" dirty="0">
                <a:solidFill>
                  <a:schemeClr val="bg1"/>
                </a:solidFill>
                <a:latin typeface="Montserrat" pitchFamily="2" charset="77"/>
                <a:cs typeface="Times New Roman" panose="02020603050405020304" pitchFamily="18" charset="0"/>
              </a:rPr>
              <a:t>A partir de septiembre todas las tipologías redujeron su nivel de ocupación, con descensos más acusados en hoteles y alojamiento rural. En invierno (noviembre y diciembre) los valores se situaron en mínimos, lo que confirma la marcada estacionalidad del destino y la necesidad de estrategias específicas para reforzar la demanda en temporada baja.</a:t>
            </a:r>
          </a:p>
        </p:txBody>
      </p:sp>
      <p:pic>
        <p:nvPicPr>
          <p:cNvPr id="10" name="Imagen 9">
            <a:extLst>
              <a:ext uri="{FF2B5EF4-FFF2-40B4-BE49-F238E27FC236}">
                <a16:creationId xmlns:a16="http://schemas.microsoft.com/office/drawing/2014/main" id="{93731680-81CE-6D4B-B9B0-8322B4A5D57D}"/>
              </a:ext>
            </a:extLst>
          </p:cNvPr>
          <p:cNvPicPr>
            <a:picLocks noChangeAspect="1"/>
          </p:cNvPicPr>
          <p:nvPr/>
        </p:nvPicPr>
        <p:blipFill>
          <a:blip r:embed="rId4"/>
          <a:stretch>
            <a:fillRect/>
          </a:stretch>
        </p:blipFill>
        <p:spPr>
          <a:xfrm>
            <a:off x="1204686" y="-2149022"/>
            <a:ext cx="9194800" cy="1130300"/>
          </a:xfrm>
          <a:prstGeom prst="rect">
            <a:avLst/>
          </a:prstGeom>
        </p:spPr>
      </p:pic>
    </p:spTree>
    <p:extLst>
      <p:ext uri="{BB962C8B-B14F-4D97-AF65-F5344CB8AC3E}">
        <p14:creationId xmlns:p14="http://schemas.microsoft.com/office/powerpoint/2010/main" val="10225003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ángulo redondeado 21">
            <a:extLst>
              <a:ext uri="{FF2B5EF4-FFF2-40B4-BE49-F238E27FC236}">
                <a16:creationId xmlns:a16="http://schemas.microsoft.com/office/drawing/2014/main" id="{503E719F-C718-E648-85DD-219E56F0B267}"/>
              </a:ext>
            </a:extLst>
          </p:cNvPr>
          <p:cNvSpPr/>
          <p:nvPr/>
        </p:nvSpPr>
        <p:spPr>
          <a:xfrm>
            <a:off x="12504712" y="1557338"/>
            <a:ext cx="2544763" cy="1772417"/>
          </a:xfrm>
          <a:prstGeom prst="roundRect">
            <a:avLst>
              <a:gd name="adj" fmla="val 20752"/>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Rectángulo redondeado 3">
            <a:extLst>
              <a:ext uri="{FF2B5EF4-FFF2-40B4-BE49-F238E27FC236}">
                <a16:creationId xmlns:a16="http://schemas.microsoft.com/office/drawing/2014/main" id="{8002F9C5-B344-304A-87B2-64DFC58C7A53}"/>
              </a:ext>
            </a:extLst>
          </p:cNvPr>
          <p:cNvSpPr/>
          <p:nvPr/>
        </p:nvSpPr>
        <p:spPr>
          <a:xfrm>
            <a:off x="12668596" y="2793077"/>
            <a:ext cx="2212380" cy="382386"/>
          </a:xfrm>
          <a:prstGeom prst="roundRect">
            <a:avLst>
              <a:gd name="adj" fmla="val 50000"/>
            </a:avLst>
          </a:prstGeom>
          <a:solidFill>
            <a:srgbClr val="76B463">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nvGrpSpPr>
          <p:cNvPr id="8" name="Grupo 7">
            <a:extLst>
              <a:ext uri="{FF2B5EF4-FFF2-40B4-BE49-F238E27FC236}">
                <a16:creationId xmlns:a16="http://schemas.microsoft.com/office/drawing/2014/main" id="{D206958C-B381-4846-BC1B-B9510A889B36}"/>
              </a:ext>
            </a:extLst>
          </p:cNvPr>
          <p:cNvGrpSpPr/>
          <p:nvPr/>
        </p:nvGrpSpPr>
        <p:grpSpPr>
          <a:xfrm>
            <a:off x="6096000" y="1304926"/>
            <a:ext cx="5580063" cy="5111750"/>
            <a:chOff x="6160654" y="1557338"/>
            <a:chExt cx="5299509" cy="3710667"/>
          </a:xfrm>
        </p:grpSpPr>
        <p:sp>
          <p:nvSpPr>
            <p:cNvPr id="6" name="Rectángulo redondeado 5">
              <a:extLst>
                <a:ext uri="{FF2B5EF4-FFF2-40B4-BE49-F238E27FC236}">
                  <a16:creationId xmlns:a16="http://schemas.microsoft.com/office/drawing/2014/main" id="{3A01780D-5A4A-7945-8046-13089E252813}"/>
                </a:ext>
              </a:extLst>
            </p:cNvPr>
            <p:cNvSpPr/>
            <p:nvPr/>
          </p:nvSpPr>
          <p:spPr>
            <a:xfrm>
              <a:off x="8915400" y="1557338"/>
              <a:ext cx="2544763" cy="1772417"/>
            </a:xfrm>
            <a:prstGeom prst="roundRect">
              <a:avLst>
                <a:gd name="adj" fmla="val 1224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7" name="Rectángulo redondeado 6">
              <a:extLst>
                <a:ext uri="{FF2B5EF4-FFF2-40B4-BE49-F238E27FC236}">
                  <a16:creationId xmlns:a16="http://schemas.microsoft.com/office/drawing/2014/main" id="{3A6B71C7-E782-0C42-94B9-34C4FAECBA65}"/>
                </a:ext>
              </a:extLst>
            </p:cNvPr>
            <p:cNvSpPr/>
            <p:nvPr/>
          </p:nvSpPr>
          <p:spPr>
            <a:xfrm>
              <a:off x="8915400" y="3495588"/>
              <a:ext cx="2544763" cy="1772417"/>
            </a:xfrm>
            <a:prstGeom prst="roundRect">
              <a:avLst>
                <a:gd name="adj" fmla="val 11673"/>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Rectángulo redondeado 14">
              <a:extLst>
                <a:ext uri="{FF2B5EF4-FFF2-40B4-BE49-F238E27FC236}">
                  <a16:creationId xmlns:a16="http://schemas.microsoft.com/office/drawing/2014/main" id="{81A1E3D1-3941-9245-A563-87C9AAC00A61}"/>
                </a:ext>
              </a:extLst>
            </p:cNvPr>
            <p:cNvSpPr/>
            <p:nvPr/>
          </p:nvSpPr>
          <p:spPr>
            <a:xfrm>
              <a:off x="6161316" y="1557338"/>
              <a:ext cx="2544763" cy="1772417"/>
            </a:xfrm>
            <a:prstGeom prst="roundRect">
              <a:avLst>
                <a:gd name="adj" fmla="val 11673"/>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Rectángulo redondeado 16">
              <a:extLst>
                <a:ext uri="{FF2B5EF4-FFF2-40B4-BE49-F238E27FC236}">
                  <a16:creationId xmlns:a16="http://schemas.microsoft.com/office/drawing/2014/main" id="{BF4F49E1-EE51-1844-AA9D-3BD1B18F1A0B}"/>
                </a:ext>
              </a:extLst>
            </p:cNvPr>
            <p:cNvSpPr/>
            <p:nvPr/>
          </p:nvSpPr>
          <p:spPr>
            <a:xfrm>
              <a:off x="6161316" y="3495588"/>
              <a:ext cx="2544763" cy="1772417"/>
            </a:xfrm>
            <a:prstGeom prst="roundRect">
              <a:avLst>
                <a:gd name="adj" fmla="val 1224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Rectángulo 8">
              <a:extLst>
                <a:ext uri="{FF2B5EF4-FFF2-40B4-BE49-F238E27FC236}">
                  <a16:creationId xmlns:a16="http://schemas.microsoft.com/office/drawing/2014/main" id="{578622EA-72F7-9545-91A5-61EBCE101917}"/>
                </a:ext>
              </a:extLst>
            </p:cNvPr>
            <p:cNvSpPr/>
            <p:nvPr/>
          </p:nvSpPr>
          <p:spPr>
            <a:xfrm>
              <a:off x="6160654" y="2101343"/>
              <a:ext cx="2530177" cy="647912"/>
            </a:xfrm>
            <a:prstGeom prst="rect">
              <a:avLst/>
            </a:prstGeom>
          </p:spPr>
          <p:txBody>
            <a:bodyPr wrap="square">
              <a:spAutoFit/>
            </a:bodyPr>
            <a:lstStyle/>
            <a:p>
              <a:pPr algn="ctr"/>
              <a:r>
                <a:rPr lang="es-ES" sz="4000" dirty="0">
                  <a:solidFill>
                    <a:srgbClr val="003B42"/>
                  </a:solidFill>
                  <a:latin typeface="DM Serif Display" pitchFamily="2" charset="0"/>
                  <a:cs typeface="Times New Roman" panose="02020603050405020304" pitchFamily="18" charset="0"/>
                </a:rPr>
                <a:t>23,42%</a:t>
              </a:r>
            </a:p>
            <a:p>
              <a:pPr algn="ctr"/>
              <a:r>
                <a:rPr lang="es-ES" sz="1200" dirty="0">
                  <a:solidFill>
                    <a:srgbClr val="003B42"/>
                  </a:solidFill>
                  <a:latin typeface="Montserrat Medium" pitchFamily="2" charset="77"/>
                  <a:cs typeface="Times New Roman" panose="02020603050405020304" pitchFamily="18" charset="0"/>
                </a:rPr>
                <a:t>HOTELES</a:t>
              </a:r>
            </a:p>
          </p:txBody>
        </p:sp>
        <p:sp>
          <p:nvSpPr>
            <p:cNvPr id="18" name="Rectángulo 17">
              <a:extLst>
                <a:ext uri="{FF2B5EF4-FFF2-40B4-BE49-F238E27FC236}">
                  <a16:creationId xmlns:a16="http://schemas.microsoft.com/office/drawing/2014/main" id="{AD75B9A5-B951-0D48-90EA-B5906501AA1E}"/>
                </a:ext>
              </a:extLst>
            </p:cNvPr>
            <p:cNvSpPr/>
            <p:nvPr/>
          </p:nvSpPr>
          <p:spPr>
            <a:xfrm>
              <a:off x="8913091" y="2101343"/>
              <a:ext cx="2528032" cy="647912"/>
            </a:xfrm>
            <a:prstGeom prst="rect">
              <a:avLst/>
            </a:prstGeom>
          </p:spPr>
          <p:txBody>
            <a:bodyPr wrap="square">
              <a:spAutoFit/>
            </a:bodyPr>
            <a:lstStyle/>
            <a:p>
              <a:pPr algn="ctr"/>
              <a:r>
                <a:rPr lang="es-ES" sz="4000" dirty="0">
                  <a:solidFill>
                    <a:srgbClr val="003B42"/>
                  </a:solidFill>
                  <a:latin typeface="DM Serif Display" pitchFamily="2" charset="0"/>
                  <a:cs typeface="Times New Roman" panose="02020603050405020304" pitchFamily="18" charset="0"/>
                </a:rPr>
                <a:t>19,58%</a:t>
              </a:r>
            </a:p>
            <a:p>
              <a:pPr algn="ctr"/>
              <a:r>
                <a:rPr lang="es-ES" sz="1200" dirty="0">
                  <a:solidFill>
                    <a:srgbClr val="003B42"/>
                  </a:solidFill>
                  <a:latin typeface="Montserrat Medium" pitchFamily="2" charset="77"/>
                  <a:cs typeface="Times New Roman" panose="02020603050405020304" pitchFamily="18" charset="0"/>
                </a:rPr>
                <a:t>ALOJAMIENTO RURAL</a:t>
              </a:r>
            </a:p>
          </p:txBody>
        </p:sp>
        <p:sp>
          <p:nvSpPr>
            <p:cNvPr id="19" name="Rectángulo 18">
              <a:extLst>
                <a:ext uri="{FF2B5EF4-FFF2-40B4-BE49-F238E27FC236}">
                  <a16:creationId xmlns:a16="http://schemas.microsoft.com/office/drawing/2014/main" id="{70EAAE1F-9B40-704D-92AF-B26F60AB1278}"/>
                </a:ext>
              </a:extLst>
            </p:cNvPr>
            <p:cNvSpPr/>
            <p:nvPr/>
          </p:nvSpPr>
          <p:spPr>
            <a:xfrm>
              <a:off x="6160654" y="4036475"/>
              <a:ext cx="2540001" cy="647912"/>
            </a:xfrm>
            <a:prstGeom prst="rect">
              <a:avLst/>
            </a:prstGeom>
          </p:spPr>
          <p:txBody>
            <a:bodyPr wrap="square">
              <a:spAutoFit/>
            </a:bodyPr>
            <a:lstStyle/>
            <a:p>
              <a:pPr algn="ctr"/>
              <a:r>
                <a:rPr lang="es-ES" sz="4000" dirty="0">
                  <a:solidFill>
                    <a:srgbClr val="003B42"/>
                  </a:solidFill>
                  <a:latin typeface="DM Serif Display" pitchFamily="2" charset="0"/>
                  <a:cs typeface="Times New Roman" panose="02020603050405020304" pitchFamily="18" charset="0"/>
                </a:rPr>
                <a:t>39,75%</a:t>
              </a:r>
            </a:p>
            <a:p>
              <a:pPr algn="ctr"/>
              <a:r>
                <a:rPr lang="es-ES" sz="1200" dirty="0">
                  <a:solidFill>
                    <a:srgbClr val="003B42"/>
                  </a:solidFill>
                  <a:latin typeface="Montserrat Medium" pitchFamily="2" charset="77"/>
                  <a:cs typeface="Times New Roman" panose="02020603050405020304" pitchFamily="18" charset="0"/>
                </a:rPr>
                <a:t>CHALETS Y VILLAS</a:t>
              </a:r>
            </a:p>
          </p:txBody>
        </p:sp>
        <p:sp>
          <p:nvSpPr>
            <p:cNvPr id="20" name="Rectángulo 19">
              <a:extLst>
                <a:ext uri="{FF2B5EF4-FFF2-40B4-BE49-F238E27FC236}">
                  <a16:creationId xmlns:a16="http://schemas.microsoft.com/office/drawing/2014/main" id="{4301D9FF-4336-9C49-83FB-2D58116316FF}"/>
                </a:ext>
              </a:extLst>
            </p:cNvPr>
            <p:cNvSpPr/>
            <p:nvPr/>
          </p:nvSpPr>
          <p:spPr>
            <a:xfrm>
              <a:off x="8913091" y="4036475"/>
              <a:ext cx="2528032" cy="647912"/>
            </a:xfrm>
            <a:prstGeom prst="rect">
              <a:avLst/>
            </a:prstGeom>
          </p:spPr>
          <p:txBody>
            <a:bodyPr wrap="square">
              <a:spAutoFit/>
            </a:bodyPr>
            <a:lstStyle/>
            <a:p>
              <a:pPr algn="ctr"/>
              <a:r>
                <a:rPr lang="es-ES" sz="4000" dirty="0">
                  <a:solidFill>
                    <a:srgbClr val="003B42"/>
                  </a:solidFill>
                  <a:latin typeface="DM Serif Display" pitchFamily="2" charset="0"/>
                  <a:cs typeface="Times New Roman" panose="02020603050405020304" pitchFamily="18" charset="0"/>
                </a:rPr>
                <a:t>44,83%</a:t>
              </a:r>
            </a:p>
            <a:p>
              <a:pPr algn="ctr"/>
              <a:r>
                <a:rPr lang="es-ES" sz="1200" dirty="0">
                  <a:solidFill>
                    <a:srgbClr val="003B42"/>
                  </a:solidFill>
                  <a:latin typeface="Montserrat Medium" pitchFamily="2" charset="77"/>
                  <a:cs typeface="Times New Roman" panose="02020603050405020304" pitchFamily="18" charset="0"/>
                </a:rPr>
                <a:t>VIVIENDAS TURÍSTICAS</a:t>
              </a:r>
            </a:p>
          </p:txBody>
        </p:sp>
      </p:grpSp>
      <p:sp>
        <p:nvSpPr>
          <p:cNvPr id="14" name="Rectángulo redondeado 13">
            <a:extLst>
              <a:ext uri="{FF2B5EF4-FFF2-40B4-BE49-F238E27FC236}">
                <a16:creationId xmlns:a16="http://schemas.microsoft.com/office/drawing/2014/main" id="{BE2FBD87-1797-2D4A-9892-EA2C7A2D1EBF}"/>
              </a:ext>
            </a:extLst>
          </p:cNvPr>
          <p:cNvSpPr/>
          <p:nvPr/>
        </p:nvSpPr>
        <p:spPr>
          <a:xfrm>
            <a:off x="15258796" y="1557338"/>
            <a:ext cx="2544763" cy="1772417"/>
          </a:xfrm>
          <a:prstGeom prst="roundRect">
            <a:avLst>
              <a:gd name="adj" fmla="val 20752"/>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1" name="Rectángulo redondeado 20">
            <a:extLst>
              <a:ext uri="{FF2B5EF4-FFF2-40B4-BE49-F238E27FC236}">
                <a16:creationId xmlns:a16="http://schemas.microsoft.com/office/drawing/2014/main" id="{7B92A48D-2586-2B46-A40F-C7EF4AC9ED7E}"/>
              </a:ext>
            </a:extLst>
          </p:cNvPr>
          <p:cNvSpPr/>
          <p:nvPr/>
        </p:nvSpPr>
        <p:spPr>
          <a:xfrm>
            <a:off x="15258796" y="3495588"/>
            <a:ext cx="2544763" cy="1772417"/>
          </a:xfrm>
          <a:prstGeom prst="roundRect">
            <a:avLst>
              <a:gd name="adj" fmla="val 20752"/>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3" name="Rectángulo redondeado 22">
            <a:extLst>
              <a:ext uri="{FF2B5EF4-FFF2-40B4-BE49-F238E27FC236}">
                <a16:creationId xmlns:a16="http://schemas.microsoft.com/office/drawing/2014/main" id="{77221D01-8893-C04B-A8C8-F9A3734131DA}"/>
              </a:ext>
            </a:extLst>
          </p:cNvPr>
          <p:cNvSpPr/>
          <p:nvPr/>
        </p:nvSpPr>
        <p:spPr>
          <a:xfrm>
            <a:off x="12504712" y="3495588"/>
            <a:ext cx="2544763" cy="1772417"/>
          </a:xfrm>
          <a:prstGeom prst="roundRect">
            <a:avLst>
              <a:gd name="adj" fmla="val 20752"/>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4" name="Rectángulo 23">
            <a:extLst>
              <a:ext uri="{FF2B5EF4-FFF2-40B4-BE49-F238E27FC236}">
                <a16:creationId xmlns:a16="http://schemas.microsoft.com/office/drawing/2014/main" id="{1BA39B03-1A60-5945-80B1-3D2B3A1FB2EB}"/>
              </a:ext>
            </a:extLst>
          </p:cNvPr>
          <p:cNvSpPr/>
          <p:nvPr/>
        </p:nvSpPr>
        <p:spPr>
          <a:xfrm>
            <a:off x="12504050" y="1763492"/>
            <a:ext cx="2530177" cy="892552"/>
          </a:xfrm>
          <a:prstGeom prst="rect">
            <a:avLst/>
          </a:prstGeom>
        </p:spPr>
        <p:txBody>
          <a:bodyPr wrap="square">
            <a:spAutoFit/>
          </a:bodyPr>
          <a:lstStyle/>
          <a:p>
            <a:pPr algn="ctr"/>
            <a:r>
              <a:rPr lang="es-ES" sz="4000">
                <a:solidFill>
                  <a:srgbClr val="04145E"/>
                </a:solidFill>
                <a:latin typeface="DM Serif Display" pitchFamily="2" charset="0"/>
                <a:cs typeface="Times New Roman" panose="02020603050405020304" pitchFamily="18" charset="0"/>
              </a:rPr>
              <a:t>23,42%</a:t>
            </a:r>
          </a:p>
          <a:p>
            <a:pPr algn="ctr"/>
            <a:r>
              <a:rPr lang="es-ES" sz="1200">
                <a:solidFill>
                  <a:srgbClr val="04145E"/>
                </a:solidFill>
                <a:latin typeface="Montserrat Medium" pitchFamily="2" charset="77"/>
                <a:cs typeface="Times New Roman" panose="02020603050405020304" pitchFamily="18" charset="0"/>
              </a:rPr>
              <a:t>HOTELES</a:t>
            </a:r>
          </a:p>
        </p:txBody>
      </p:sp>
      <p:sp>
        <p:nvSpPr>
          <p:cNvPr id="25" name="Rectángulo 24">
            <a:extLst>
              <a:ext uri="{FF2B5EF4-FFF2-40B4-BE49-F238E27FC236}">
                <a16:creationId xmlns:a16="http://schemas.microsoft.com/office/drawing/2014/main" id="{FCC84FA7-7EE7-2B45-A2BE-23428304EFC5}"/>
              </a:ext>
            </a:extLst>
          </p:cNvPr>
          <p:cNvSpPr/>
          <p:nvPr/>
        </p:nvSpPr>
        <p:spPr>
          <a:xfrm>
            <a:off x="15256487" y="1763492"/>
            <a:ext cx="2528032" cy="892552"/>
          </a:xfrm>
          <a:prstGeom prst="rect">
            <a:avLst/>
          </a:prstGeom>
        </p:spPr>
        <p:txBody>
          <a:bodyPr wrap="square">
            <a:spAutoFit/>
          </a:bodyPr>
          <a:lstStyle/>
          <a:p>
            <a:pPr algn="ctr"/>
            <a:r>
              <a:rPr lang="es-ES" sz="4000">
                <a:solidFill>
                  <a:srgbClr val="04145E"/>
                </a:solidFill>
                <a:latin typeface="DM Serif Display" pitchFamily="2" charset="0"/>
                <a:cs typeface="Times New Roman" panose="02020603050405020304" pitchFamily="18" charset="0"/>
              </a:rPr>
              <a:t>19,58%</a:t>
            </a:r>
          </a:p>
          <a:p>
            <a:pPr algn="ctr"/>
            <a:r>
              <a:rPr lang="es-ES" sz="1200">
                <a:solidFill>
                  <a:srgbClr val="04145E"/>
                </a:solidFill>
                <a:latin typeface="Montserrat Medium" pitchFamily="2" charset="77"/>
                <a:cs typeface="Times New Roman" panose="02020603050405020304" pitchFamily="18" charset="0"/>
              </a:rPr>
              <a:t>ALOJAMIENTO RURAL</a:t>
            </a:r>
          </a:p>
        </p:txBody>
      </p:sp>
      <p:sp>
        <p:nvSpPr>
          <p:cNvPr id="26" name="Rectángulo 25">
            <a:extLst>
              <a:ext uri="{FF2B5EF4-FFF2-40B4-BE49-F238E27FC236}">
                <a16:creationId xmlns:a16="http://schemas.microsoft.com/office/drawing/2014/main" id="{2153E9C3-A4E4-824F-A2ED-8D1D7774ED2F}"/>
              </a:ext>
            </a:extLst>
          </p:cNvPr>
          <p:cNvSpPr/>
          <p:nvPr/>
        </p:nvSpPr>
        <p:spPr>
          <a:xfrm>
            <a:off x="12504050" y="3698624"/>
            <a:ext cx="2540001" cy="892552"/>
          </a:xfrm>
          <a:prstGeom prst="rect">
            <a:avLst/>
          </a:prstGeom>
        </p:spPr>
        <p:txBody>
          <a:bodyPr wrap="square">
            <a:spAutoFit/>
          </a:bodyPr>
          <a:lstStyle/>
          <a:p>
            <a:pPr algn="ctr"/>
            <a:r>
              <a:rPr lang="es-ES" sz="4000">
                <a:solidFill>
                  <a:srgbClr val="04145E"/>
                </a:solidFill>
                <a:latin typeface="DM Serif Display" pitchFamily="2" charset="0"/>
                <a:cs typeface="Times New Roman" panose="02020603050405020304" pitchFamily="18" charset="0"/>
              </a:rPr>
              <a:t>39,75%</a:t>
            </a:r>
          </a:p>
          <a:p>
            <a:pPr algn="ctr"/>
            <a:r>
              <a:rPr lang="es-ES" sz="1200">
                <a:solidFill>
                  <a:srgbClr val="04145E"/>
                </a:solidFill>
                <a:latin typeface="Montserrat Medium" pitchFamily="2" charset="77"/>
                <a:cs typeface="Times New Roman" panose="02020603050405020304" pitchFamily="18" charset="0"/>
              </a:rPr>
              <a:t>CHALETS Y VILLAS</a:t>
            </a:r>
          </a:p>
        </p:txBody>
      </p:sp>
      <p:sp>
        <p:nvSpPr>
          <p:cNvPr id="27" name="Rectángulo 26">
            <a:extLst>
              <a:ext uri="{FF2B5EF4-FFF2-40B4-BE49-F238E27FC236}">
                <a16:creationId xmlns:a16="http://schemas.microsoft.com/office/drawing/2014/main" id="{FBDC58F5-D076-AC45-AF8F-A014E51E7B3D}"/>
              </a:ext>
            </a:extLst>
          </p:cNvPr>
          <p:cNvSpPr/>
          <p:nvPr/>
        </p:nvSpPr>
        <p:spPr>
          <a:xfrm>
            <a:off x="15256487" y="3698624"/>
            <a:ext cx="2528032" cy="892552"/>
          </a:xfrm>
          <a:prstGeom prst="rect">
            <a:avLst/>
          </a:prstGeom>
        </p:spPr>
        <p:txBody>
          <a:bodyPr wrap="square">
            <a:spAutoFit/>
          </a:bodyPr>
          <a:lstStyle/>
          <a:p>
            <a:pPr algn="ctr"/>
            <a:r>
              <a:rPr lang="es-ES" sz="4000">
                <a:solidFill>
                  <a:srgbClr val="04145E"/>
                </a:solidFill>
                <a:latin typeface="DM Serif Display" pitchFamily="2" charset="0"/>
                <a:cs typeface="Times New Roman" panose="02020603050405020304" pitchFamily="18" charset="0"/>
              </a:rPr>
              <a:t>44,83%</a:t>
            </a:r>
          </a:p>
          <a:p>
            <a:pPr algn="ctr"/>
            <a:r>
              <a:rPr lang="es-ES" sz="1200">
                <a:solidFill>
                  <a:srgbClr val="04145E"/>
                </a:solidFill>
                <a:latin typeface="Montserrat Medium" pitchFamily="2" charset="77"/>
                <a:cs typeface="Times New Roman" panose="02020603050405020304" pitchFamily="18" charset="0"/>
              </a:rPr>
              <a:t>VIVIENDAS TURÍSTICAS</a:t>
            </a:r>
          </a:p>
        </p:txBody>
      </p:sp>
      <p:sp>
        <p:nvSpPr>
          <p:cNvPr id="32" name="Rectángulo 31">
            <a:extLst>
              <a:ext uri="{FF2B5EF4-FFF2-40B4-BE49-F238E27FC236}">
                <a16:creationId xmlns:a16="http://schemas.microsoft.com/office/drawing/2014/main" id="{AD624D06-BEFB-5E4E-B8B5-5C4D31DF9523}"/>
              </a:ext>
            </a:extLst>
          </p:cNvPr>
          <p:cNvSpPr/>
          <p:nvPr/>
        </p:nvSpPr>
        <p:spPr>
          <a:xfrm>
            <a:off x="13377527" y="2858206"/>
            <a:ext cx="1443024" cy="276999"/>
          </a:xfrm>
          <a:prstGeom prst="rect">
            <a:avLst/>
          </a:prstGeom>
        </p:spPr>
        <p:txBody>
          <a:bodyPr wrap="none">
            <a:spAutoFit/>
          </a:bodyPr>
          <a:lstStyle/>
          <a:p>
            <a:r>
              <a:rPr lang="es-ES" sz="1200" kern="0">
                <a:solidFill>
                  <a:srgbClr val="76B463"/>
                </a:solidFill>
                <a:latin typeface="Montserrat" pitchFamily="2" charset="77"/>
                <a:cs typeface="Times New Roman" panose="02020603050405020304" pitchFamily="18" charset="0"/>
              </a:rPr>
              <a:t>Respecto a 2025</a:t>
            </a:r>
          </a:p>
        </p:txBody>
      </p:sp>
      <p:pic>
        <p:nvPicPr>
          <p:cNvPr id="10" name="Gráfico 9">
            <a:extLst>
              <a:ext uri="{FF2B5EF4-FFF2-40B4-BE49-F238E27FC236}">
                <a16:creationId xmlns:a16="http://schemas.microsoft.com/office/drawing/2014/main" id="{722D6CB5-C928-2B47-9820-D49315DB38F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779188" y="2882153"/>
            <a:ext cx="210671" cy="210671"/>
          </a:xfrm>
          <a:prstGeom prst="rect">
            <a:avLst/>
          </a:prstGeom>
        </p:spPr>
      </p:pic>
      <p:sp>
        <p:nvSpPr>
          <p:cNvPr id="33" name="Rectángulo redondeado 32">
            <a:extLst>
              <a:ext uri="{FF2B5EF4-FFF2-40B4-BE49-F238E27FC236}">
                <a16:creationId xmlns:a16="http://schemas.microsoft.com/office/drawing/2014/main" id="{F64A04B5-340D-8346-84F9-8E6D393EAF5B}"/>
              </a:ext>
            </a:extLst>
          </p:cNvPr>
          <p:cNvSpPr/>
          <p:nvPr/>
        </p:nvSpPr>
        <p:spPr>
          <a:xfrm>
            <a:off x="15438822" y="2793077"/>
            <a:ext cx="2212380" cy="382386"/>
          </a:xfrm>
          <a:prstGeom prst="roundRect">
            <a:avLst>
              <a:gd name="adj" fmla="val 50000"/>
            </a:avLst>
          </a:prstGeom>
          <a:solidFill>
            <a:srgbClr val="EB704A">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4" name="Rectángulo 33">
            <a:extLst>
              <a:ext uri="{FF2B5EF4-FFF2-40B4-BE49-F238E27FC236}">
                <a16:creationId xmlns:a16="http://schemas.microsoft.com/office/drawing/2014/main" id="{E5E2963C-5865-4D47-8E2B-9DBF5173AA39}"/>
              </a:ext>
            </a:extLst>
          </p:cNvPr>
          <p:cNvSpPr/>
          <p:nvPr/>
        </p:nvSpPr>
        <p:spPr>
          <a:xfrm>
            <a:off x="16147753" y="2858206"/>
            <a:ext cx="1443024" cy="276999"/>
          </a:xfrm>
          <a:prstGeom prst="rect">
            <a:avLst/>
          </a:prstGeom>
        </p:spPr>
        <p:txBody>
          <a:bodyPr wrap="none">
            <a:spAutoFit/>
          </a:bodyPr>
          <a:lstStyle/>
          <a:p>
            <a:r>
              <a:rPr lang="es-ES" sz="1200" kern="0">
                <a:solidFill>
                  <a:srgbClr val="EB704A"/>
                </a:solidFill>
                <a:latin typeface="Montserrat" pitchFamily="2" charset="77"/>
                <a:cs typeface="Times New Roman" panose="02020603050405020304" pitchFamily="18" charset="0"/>
              </a:rPr>
              <a:t>Respecto a 2025</a:t>
            </a:r>
          </a:p>
        </p:txBody>
      </p:sp>
      <p:pic>
        <p:nvPicPr>
          <p:cNvPr id="35" name="Gráfico 34">
            <a:extLst>
              <a:ext uri="{FF2B5EF4-FFF2-40B4-BE49-F238E27FC236}">
                <a16:creationId xmlns:a16="http://schemas.microsoft.com/office/drawing/2014/main" id="{9C907236-AF41-DA4C-BEB3-B7133B777B9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5400000">
            <a:off x="15549414" y="2882153"/>
            <a:ext cx="210671" cy="210671"/>
          </a:xfrm>
          <a:prstGeom prst="rect">
            <a:avLst/>
          </a:prstGeom>
        </p:spPr>
      </p:pic>
      <p:sp>
        <p:nvSpPr>
          <p:cNvPr id="36" name="Rectángulo redondeado 35">
            <a:extLst>
              <a:ext uri="{FF2B5EF4-FFF2-40B4-BE49-F238E27FC236}">
                <a16:creationId xmlns:a16="http://schemas.microsoft.com/office/drawing/2014/main" id="{71222BE9-6EC7-E847-B0B8-D1C2E18A409E}"/>
              </a:ext>
            </a:extLst>
          </p:cNvPr>
          <p:cNvSpPr/>
          <p:nvPr/>
        </p:nvSpPr>
        <p:spPr>
          <a:xfrm>
            <a:off x="12648728" y="4725144"/>
            <a:ext cx="2212380" cy="382386"/>
          </a:xfrm>
          <a:prstGeom prst="roundRect">
            <a:avLst>
              <a:gd name="adj" fmla="val 50000"/>
            </a:avLst>
          </a:prstGeom>
          <a:solidFill>
            <a:srgbClr val="EB704A">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7" name="Rectángulo 36">
            <a:extLst>
              <a:ext uri="{FF2B5EF4-FFF2-40B4-BE49-F238E27FC236}">
                <a16:creationId xmlns:a16="http://schemas.microsoft.com/office/drawing/2014/main" id="{D56A17FA-67F7-9841-8B42-F402DCF073FB}"/>
              </a:ext>
            </a:extLst>
          </p:cNvPr>
          <p:cNvSpPr/>
          <p:nvPr/>
        </p:nvSpPr>
        <p:spPr>
          <a:xfrm>
            <a:off x="13357659" y="4790273"/>
            <a:ext cx="1443024" cy="276999"/>
          </a:xfrm>
          <a:prstGeom prst="rect">
            <a:avLst/>
          </a:prstGeom>
        </p:spPr>
        <p:txBody>
          <a:bodyPr wrap="none">
            <a:spAutoFit/>
          </a:bodyPr>
          <a:lstStyle/>
          <a:p>
            <a:r>
              <a:rPr lang="es-ES" sz="1200" kern="0">
                <a:solidFill>
                  <a:srgbClr val="EB704A"/>
                </a:solidFill>
                <a:latin typeface="Montserrat" pitchFamily="2" charset="77"/>
                <a:cs typeface="Times New Roman" panose="02020603050405020304" pitchFamily="18" charset="0"/>
              </a:rPr>
              <a:t>Respecto a 2025</a:t>
            </a:r>
          </a:p>
        </p:txBody>
      </p:sp>
      <p:pic>
        <p:nvPicPr>
          <p:cNvPr id="38" name="Gráfico 37">
            <a:extLst>
              <a:ext uri="{FF2B5EF4-FFF2-40B4-BE49-F238E27FC236}">
                <a16:creationId xmlns:a16="http://schemas.microsoft.com/office/drawing/2014/main" id="{B30C07E2-6EDA-0041-BEB2-52B52625D56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5400000">
            <a:off x="12759320" y="4814220"/>
            <a:ext cx="210671" cy="210671"/>
          </a:xfrm>
          <a:prstGeom prst="rect">
            <a:avLst/>
          </a:prstGeom>
        </p:spPr>
      </p:pic>
      <p:sp>
        <p:nvSpPr>
          <p:cNvPr id="39" name="Rectángulo redondeado 38">
            <a:extLst>
              <a:ext uri="{FF2B5EF4-FFF2-40B4-BE49-F238E27FC236}">
                <a16:creationId xmlns:a16="http://schemas.microsoft.com/office/drawing/2014/main" id="{6C9A63B2-A781-F54D-BB6C-942AE0096DA0}"/>
              </a:ext>
            </a:extLst>
          </p:cNvPr>
          <p:cNvSpPr/>
          <p:nvPr/>
        </p:nvSpPr>
        <p:spPr>
          <a:xfrm>
            <a:off x="15416826" y="4725144"/>
            <a:ext cx="2212380" cy="382386"/>
          </a:xfrm>
          <a:prstGeom prst="roundRect">
            <a:avLst>
              <a:gd name="adj" fmla="val 50000"/>
            </a:avLst>
          </a:prstGeom>
          <a:solidFill>
            <a:srgbClr val="76B463">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0" name="Rectángulo 39">
            <a:extLst>
              <a:ext uri="{FF2B5EF4-FFF2-40B4-BE49-F238E27FC236}">
                <a16:creationId xmlns:a16="http://schemas.microsoft.com/office/drawing/2014/main" id="{ABEE16AD-A2E4-7344-AF0C-D7021EBA4FC0}"/>
              </a:ext>
            </a:extLst>
          </p:cNvPr>
          <p:cNvSpPr/>
          <p:nvPr/>
        </p:nvSpPr>
        <p:spPr>
          <a:xfrm>
            <a:off x="16125757" y="4790273"/>
            <a:ext cx="1443024" cy="276999"/>
          </a:xfrm>
          <a:prstGeom prst="rect">
            <a:avLst/>
          </a:prstGeom>
        </p:spPr>
        <p:txBody>
          <a:bodyPr wrap="none">
            <a:spAutoFit/>
          </a:bodyPr>
          <a:lstStyle/>
          <a:p>
            <a:r>
              <a:rPr lang="es-ES" sz="1200" kern="0">
                <a:solidFill>
                  <a:srgbClr val="76B463"/>
                </a:solidFill>
                <a:latin typeface="Montserrat" pitchFamily="2" charset="77"/>
                <a:cs typeface="Times New Roman" panose="02020603050405020304" pitchFamily="18" charset="0"/>
              </a:rPr>
              <a:t>Respecto a 2025</a:t>
            </a:r>
          </a:p>
        </p:txBody>
      </p:sp>
      <p:pic>
        <p:nvPicPr>
          <p:cNvPr id="41" name="Gráfico 40">
            <a:extLst>
              <a:ext uri="{FF2B5EF4-FFF2-40B4-BE49-F238E27FC236}">
                <a16:creationId xmlns:a16="http://schemas.microsoft.com/office/drawing/2014/main" id="{0EEB6794-D8F7-AC47-8993-872448F106F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527418" y="4814220"/>
            <a:ext cx="210671" cy="210671"/>
          </a:xfrm>
          <a:prstGeom prst="rect">
            <a:avLst/>
          </a:prstGeom>
        </p:spPr>
      </p:pic>
      <p:sp>
        <p:nvSpPr>
          <p:cNvPr id="42" name="Rectángulo 41">
            <a:extLst>
              <a:ext uri="{FF2B5EF4-FFF2-40B4-BE49-F238E27FC236}">
                <a16:creationId xmlns:a16="http://schemas.microsoft.com/office/drawing/2014/main" id="{D1AB7CE5-78CA-764D-BA0E-33539BD73C14}"/>
              </a:ext>
            </a:extLst>
          </p:cNvPr>
          <p:cNvSpPr/>
          <p:nvPr/>
        </p:nvSpPr>
        <p:spPr>
          <a:xfrm>
            <a:off x="457200" y="369025"/>
            <a:ext cx="2618510" cy="303481"/>
          </a:xfrm>
          <a:prstGeom prst="rect">
            <a:avLst/>
          </a:prstGeom>
        </p:spPr>
        <p:txBody>
          <a:bodyPr wrap="square">
            <a:spAutoFit/>
          </a:bodyPr>
          <a:lstStyle/>
          <a:p>
            <a:pPr>
              <a:lnSpc>
                <a:spcPts val="1800"/>
              </a:lnSpc>
            </a:pPr>
            <a:r>
              <a:rPr lang="es-ES" sz="1000" b="1" dirty="0">
                <a:solidFill>
                  <a:schemeClr val="bg1"/>
                </a:solidFill>
                <a:latin typeface="Montserrat Medium" pitchFamily="2" charset="77"/>
                <a:ea typeface="Times New Roman" panose="02020603050405020304" pitchFamily="18" charset="0"/>
                <a:cs typeface="Times New Roman" panose="02020603050405020304" pitchFamily="18" charset="0"/>
              </a:rPr>
              <a:t>OCUPACIÓN</a:t>
            </a:r>
            <a:endParaRPr lang="es-ES" sz="1000" b="1" dirty="0">
              <a:solidFill>
                <a:schemeClr val="bg1"/>
              </a:solidFill>
              <a:latin typeface="Montserrat Medium" pitchFamily="2" charset="77"/>
            </a:endParaRPr>
          </a:p>
        </p:txBody>
      </p:sp>
      <p:cxnSp>
        <p:nvCxnSpPr>
          <p:cNvPr id="43" name="Conector recto 42">
            <a:extLst>
              <a:ext uri="{FF2B5EF4-FFF2-40B4-BE49-F238E27FC236}">
                <a16:creationId xmlns:a16="http://schemas.microsoft.com/office/drawing/2014/main" id="{5E8A0456-DC73-BB4D-9224-142EA526EB3B}"/>
              </a:ext>
            </a:extLst>
          </p:cNvPr>
          <p:cNvCxnSpPr>
            <a:cxnSpLocks/>
          </p:cNvCxnSpPr>
          <p:nvPr/>
        </p:nvCxnSpPr>
        <p:spPr>
          <a:xfrm>
            <a:off x="521677" y="693791"/>
            <a:ext cx="849923" cy="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44" name="Rectángulo 43">
            <a:extLst>
              <a:ext uri="{FF2B5EF4-FFF2-40B4-BE49-F238E27FC236}">
                <a16:creationId xmlns:a16="http://schemas.microsoft.com/office/drawing/2014/main" id="{0EB2A77C-0615-2C49-9775-C24CADF866B6}"/>
              </a:ext>
            </a:extLst>
          </p:cNvPr>
          <p:cNvSpPr/>
          <p:nvPr/>
        </p:nvSpPr>
        <p:spPr>
          <a:xfrm>
            <a:off x="427652" y="999740"/>
            <a:ext cx="3936529" cy="833498"/>
          </a:xfrm>
          <a:prstGeom prst="rect">
            <a:avLst/>
          </a:prstGeom>
        </p:spPr>
        <p:txBody>
          <a:bodyPr wrap="square">
            <a:spAutoFit/>
          </a:bodyPr>
          <a:lstStyle/>
          <a:p>
            <a:pPr lvl="0">
              <a:lnSpc>
                <a:spcPts val="2800"/>
              </a:lnSpc>
              <a:spcAft>
                <a:spcPts val="0"/>
              </a:spcAft>
              <a:buClr>
                <a:srgbClr val="074F6A"/>
              </a:buClr>
            </a:pPr>
            <a:r>
              <a:rPr lang="es-ES" sz="2800" dirty="0">
                <a:solidFill>
                  <a:schemeClr val="bg1"/>
                </a:solidFill>
                <a:latin typeface="DM Serif Display" pitchFamily="2" charset="0"/>
                <a:cs typeface="Times New Roman" panose="02020603050405020304" pitchFamily="18" charset="0"/>
              </a:rPr>
              <a:t>Porcentaje de </a:t>
            </a:r>
            <a:br>
              <a:rPr lang="es-ES" sz="2800" dirty="0">
                <a:solidFill>
                  <a:schemeClr val="bg1"/>
                </a:solidFill>
                <a:latin typeface="DM Serif Display" pitchFamily="2" charset="0"/>
                <a:cs typeface="Times New Roman" panose="02020603050405020304" pitchFamily="18" charset="0"/>
              </a:rPr>
            </a:br>
            <a:r>
              <a:rPr lang="es-ES" sz="2800" dirty="0">
                <a:solidFill>
                  <a:schemeClr val="bg1"/>
                </a:solidFill>
                <a:latin typeface="DM Serif Display" pitchFamily="2" charset="0"/>
                <a:cs typeface="Times New Roman" panose="02020603050405020304" pitchFamily="18" charset="0"/>
              </a:rPr>
              <a:t>ocupación promedio</a:t>
            </a:r>
          </a:p>
        </p:txBody>
      </p:sp>
      <p:sp>
        <p:nvSpPr>
          <p:cNvPr id="46" name="Rectángulo 45">
            <a:extLst>
              <a:ext uri="{FF2B5EF4-FFF2-40B4-BE49-F238E27FC236}">
                <a16:creationId xmlns:a16="http://schemas.microsoft.com/office/drawing/2014/main" id="{34DBF237-D902-C34C-8A7A-667123A63218}"/>
              </a:ext>
            </a:extLst>
          </p:cNvPr>
          <p:cNvSpPr/>
          <p:nvPr/>
        </p:nvSpPr>
        <p:spPr>
          <a:xfrm>
            <a:off x="398584" y="1905694"/>
            <a:ext cx="4833815" cy="1718932"/>
          </a:xfrm>
          <a:prstGeom prst="rect">
            <a:avLst/>
          </a:prstGeom>
        </p:spPr>
        <p:txBody>
          <a:bodyPr wrap="square" anchor="t">
            <a:spAutoFit/>
          </a:bodyPr>
          <a:lstStyle/>
          <a:p>
            <a:pPr>
              <a:lnSpc>
                <a:spcPts val="1600"/>
              </a:lnSpc>
              <a:spcAft>
                <a:spcPts val="800"/>
              </a:spcAft>
            </a:pPr>
            <a:r>
              <a:rPr lang="es-ES" sz="1150" b="1" kern="0" dirty="0">
                <a:solidFill>
                  <a:schemeClr val="bg1"/>
                </a:solidFill>
                <a:latin typeface="Montserrat" pitchFamily="2" charset="77"/>
                <a:cs typeface="Times New Roman" panose="02020603050405020304" pitchFamily="18" charset="0"/>
              </a:rPr>
              <a:t>VUT y chalets/villas duplican la ocupación promedio de hoteles y alojamientos rurales. </a:t>
            </a:r>
            <a:r>
              <a:rPr lang="es-ES" sz="1150" kern="0" dirty="0">
                <a:solidFill>
                  <a:schemeClr val="bg1"/>
                </a:solidFill>
                <a:latin typeface="Montserrat" pitchFamily="2" charset="77"/>
                <a:cs typeface="Times New Roman" panose="02020603050405020304" pitchFamily="18" charset="0"/>
              </a:rPr>
              <a:t>En el promedio del periodo analizado, las viviendas turísticas lideran el ranking, seguidas por chalets y villas. Los hoteles alcanzan un 23,42% y el alojamiento rural un 19,58%, cifras que, aunque más moderadas, representan una base estable sobre la que impulsar estrategias específicas para reforzar su posicionamiento.</a:t>
            </a:r>
          </a:p>
        </p:txBody>
      </p:sp>
    </p:spTree>
    <p:extLst>
      <p:ext uri="{BB962C8B-B14F-4D97-AF65-F5344CB8AC3E}">
        <p14:creationId xmlns:p14="http://schemas.microsoft.com/office/powerpoint/2010/main" val="1082313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FEAF7-2CEF-80B2-AE4D-9503FACC6A40}"/>
            </a:ext>
          </a:extLst>
        </p:cNvPr>
        <p:cNvGrpSpPr/>
        <p:nvPr/>
      </p:nvGrpSpPr>
      <p:grpSpPr>
        <a:xfrm>
          <a:off x="0" y="0"/>
          <a:ext cx="0" cy="0"/>
          <a:chOff x="0" y="0"/>
          <a:chExt cx="0" cy="0"/>
        </a:xfrm>
      </p:grpSpPr>
      <p:graphicFrame>
        <p:nvGraphicFramePr>
          <p:cNvPr id="7" name="Gráfico 6">
            <a:extLst>
              <a:ext uri="{FF2B5EF4-FFF2-40B4-BE49-F238E27FC236}">
                <a16:creationId xmlns:a16="http://schemas.microsoft.com/office/drawing/2014/main" id="{636901F5-20B3-8F38-7FA0-F7495CB08173}"/>
              </a:ext>
            </a:extLst>
          </p:cNvPr>
          <p:cNvGraphicFramePr>
            <a:graphicFrameLocks/>
          </p:cNvGraphicFramePr>
          <p:nvPr>
            <p:extLst>
              <p:ext uri="{D42A27DB-BD31-4B8C-83A1-F6EECF244321}">
                <p14:modId xmlns:p14="http://schemas.microsoft.com/office/powerpoint/2010/main" val="3328299586"/>
              </p:ext>
            </p:extLst>
          </p:nvPr>
        </p:nvGraphicFramePr>
        <p:xfrm>
          <a:off x="6096000" y="1304925"/>
          <a:ext cx="5791200" cy="5111750"/>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ángulo 5">
            <a:extLst>
              <a:ext uri="{FF2B5EF4-FFF2-40B4-BE49-F238E27FC236}">
                <a16:creationId xmlns:a16="http://schemas.microsoft.com/office/drawing/2014/main" id="{79271863-3F4B-BF48-8B34-89BC0B3442BF}"/>
              </a:ext>
            </a:extLst>
          </p:cNvPr>
          <p:cNvSpPr/>
          <p:nvPr/>
        </p:nvSpPr>
        <p:spPr>
          <a:xfrm>
            <a:off x="457200" y="369025"/>
            <a:ext cx="2618510" cy="303481"/>
          </a:xfrm>
          <a:prstGeom prst="rect">
            <a:avLst/>
          </a:prstGeom>
        </p:spPr>
        <p:txBody>
          <a:bodyPr wrap="square">
            <a:spAutoFit/>
          </a:bodyPr>
          <a:lstStyle/>
          <a:p>
            <a:pPr>
              <a:lnSpc>
                <a:spcPts val="1800"/>
              </a:lnSpc>
            </a:pPr>
            <a:r>
              <a:rPr lang="es-ES" sz="1000" b="1" dirty="0">
                <a:solidFill>
                  <a:schemeClr val="bg1"/>
                </a:solidFill>
                <a:latin typeface="Montserrat Medium" pitchFamily="2" charset="77"/>
                <a:ea typeface="Times New Roman" panose="02020603050405020304" pitchFamily="18" charset="0"/>
                <a:cs typeface="Times New Roman" panose="02020603050405020304" pitchFamily="18" charset="0"/>
              </a:rPr>
              <a:t>OCUPACIÓN</a:t>
            </a:r>
            <a:endParaRPr lang="es-ES" sz="1000" b="1" dirty="0">
              <a:solidFill>
                <a:schemeClr val="bg1"/>
              </a:solidFill>
              <a:latin typeface="Montserrat Medium" pitchFamily="2" charset="77"/>
            </a:endParaRPr>
          </a:p>
        </p:txBody>
      </p:sp>
      <p:cxnSp>
        <p:nvCxnSpPr>
          <p:cNvPr id="8" name="Conector recto 7">
            <a:extLst>
              <a:ext uri="{FF2B5EF4-FFF2-40B4-BE49-F238E27FC236}">
                <a16:creationId xmlns:a16="http://schemas.microsoft.com/office/drawing/2014/main" id="{C4C822B8-7413-E542-B1C5-473E4AFE1270}"/>
              </a:ext>
            </a:extLst>
          </p:cNvPr>
          <p:cNvCxnSpPr>
            <a:cxnSpLocks/>
          </p:cNvCxnSpPr>
          <p:nvPr/>
        </p:nvCxnSpPr>
        <p:spPr>
          <a:xfrm>
            <a:off x="521677" y="693791"/>
            <a:ext cx="849923" cy="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1" name="Rectángulo 10">
            <a:extLst>
              <a:ext uri="{FF2B5EF4-FFF2-40B4-BE49-F238E27FC236}">
                <a16:creationId xmlns:a16="http://schemas.microsoft.com/office/drawing/2014/main" id="{63F75026-7A45-D641-9CB8-CE9259CA43C0}"/>
              </a:ext>
            </a:extLst>
          </p:cNvPr>
          <p:cNvSpPr/>
          <p:nvPr/>
        </p:nvSpPr>
        <p:spPr>
          <a:xfrm>
            <a:off x="427652" y="999740"/>
            <a:ext cx="4372948" cy="825995"/>
          </a:xfrm>
          <a:prstGeom prst="rect">
            <a:avLst/>
          </a:prstGeom>
        </p:spPr>
        <p:txBody>
          <a:bodyPr wrap="square">
            <a:spAutoFit/>
          </a:bodyPr>
          <a:lstStyle/>
          <a:p>
            <a:pPr>
              <a:lnSpc>
                <a:spcPts val="2800"/>
              </a:lnSpc>
              <a:buClr>
                <a:srgbClr val="074F6A"/>
              </a:buClr>
            </a:pPr>
            <a:r>
              <a:rPr lang="es-ES" sz="2800" dirty="0">
                <a:solidFill>
                  <a:schemeClr val="bg1"/>
                </a:solidFill>
                <a:latin typeface="DM Serif Display" pitchFamily="2" charset="0"/>
                <a:cs typeface="Times New Roman" panose="02020603050405020304" pitchFamily="18" charset="0"/>
              </a:rPr>
              <a:t>Porcentaje ocupación según tipo de alojamiento</a:t>
            </a:r>
          </a:p>
        </p:txBody>
      </p:sp>
      <p:sp>
        <p:nvSpPr>
          <p:cNvPr id="12" name="Rectángulo 11">
            <a:extLst>
              <a:ext uri="{FF2B5EF4-FFF2-40B4-BE49-F238E27FC236}">
                <a16:creationId xmlns:a16="http://schemas.microsoft.com/office/drawing/2014/main" id="{7037447A-0B74-EF4C-8612-6DE77D1D5AE1}"/>
              </a:ext>
            </a:extLst>
          </p:cNvPr>
          <p:cNvSpPr/>
          <p:nvPr/>
        </p:nvSpPr>
        <p:spPr>
          <a:xfrm>
            <a:off x="398584" y="1905693"/>
            <a:ext cx="4833816" cy="2539670"/>
          </a:xfrm>
          <a:prstGeom prst="rect">
            <a:avLst/>
          </a:prstGeom>
        </p:spPr>
        <p:txBody>
          <a:bodyPr wrap="square" anchor="t">
            <a:spAutoFit/>
          </a:bodyPr>
          <a:lstStyle/>
          <a:p>
            <a:pPr>
              <a:lnSpc>
                <a:spcPts val="1600"/>
              </a:lnSpc>
              <a:spcAft>
                <a:spcPts val="600"/>
              </a:spcAft>
            </a:pPr>
            <a:r>
              <a:rPr lang="es-ES" sz="1150" dirty="0">
                <a:solidFill>
                  <a:schemeClr val="bg1"/>
                </a:solidFill>
                <a:latin typeface="Montserrat" pitchFamily="2" charset="0"/>
              </a:rPr>
              <a:t>El gráfico refleja una marcada estacionalidad en la ocupación de los alojamientos turísticos de </a:t>
            </a:r>
            <a:r>
              <a:rPr lang="es-ES" sz="1150" dirty="0" err="1">
                <a:solidFill>
                  <a:schemeClr val="bg1"/>
                </a:solidFill>
                <a:latin typeface="Montserrat" pitchFamily="2" charset="0"/>
              </a:rPr>
              <a:t>Benissa</a:t>
            </a:r>
            <a:r>
              <a:rPr lang="es-ES" sz="1150" dirty="0">
                <a:solidFill>
                  <a:schemeClr val="bg1"/>
                </a:solidFill>
                <a:latin typeface="Montserrat" pitchFamily="2" charset="0"/>
              </a:rPr>
              <a:t>. Durante el verano se alcanzan los porcentajes más altos, que se sitúan</a:t>
            </a:r>
            <a:r>
              <a:rPr lang="es-ES" sz="1150" b="1" dirty="0">
                <a:solidFill>
                  <a:schemeClr val="bg1"/>
                </a:solidFill>
                <a:latin typeface="Montserrat" pitchFamily="2" charset="0"/>
              </a:rPr>
              <a:t> entre el 40% y 60%</a:t>
            </a:r>
            <a:r>
              <a:rPr lang="es-ES" sz="1150" dirty="0">
                <a:solidFill>
                  <a:schemeClr val="bg1"/>
                </a:solidFill>
                <a:latin typeface="Montserrat" pitchFamily="2" charset="0"/>
              </a:rPr>
              <a:t> en promedio, lo que confirma la concentración de la demanda en estos meses. En primavera y otoño los niveles se sitúan en un rango intermedio, entre el </a:t>
            </a:r>
            <a:r>
              <a:rPr lang="es-ES" sz="1150" b="1" dirty="0">
                <a:solidFill>
                  <a:schemeClr val="bg1"/>
                </a:solidFill>
                <a:latin typeface="Montserrat" pitchFamily="2" charset="0"/>
              </a:rPr>
              <a:t>20% y el 40%</a:t>
            </a:r>
            <a:r>
              <a:rPr lang="es-ES" sz="1150" dirty="0">
                <a:solidFill>
                  <a:schemeClr val="bg1"/>
                </a:solidFill>
                <a:latin typeface="Montserrat" pitchFamily="2" charset="0"/>
              </a:rPr>
              <a:t>, mostrando una actividad moderada. El invierno presenta los valores más bajos, en torno al </a:t>
            </a:r>
            <a:r>
              <a:rPr lang="es-ES" sz="1150" b="1" dirty="0">
                <a:solidFill>
                  <a:schemeClr val="bg1"/>
                </a:solidFill>
                <a:latin typeface="Montserrat" pitchFamily="2" charset="0"/>
              </a:rPr>
              <a:t>20%</a:t>
            </a:r>
            <a:r>
              <a:rPr lang="es-ES" sz="1150" dirty="0">
                <a:solidFill>
                  <a:schemeClr val="bg1"/>
                </a:solidFill>
                <a:latin typeface="Montserrat" pitchFamily="2" charset="0"/>
              </a:rPr>
              <a:t>, con una notable reducción del número de visitantes alojados. En conjunto, los datos permiten visualizar con claridad cómo varía la demanda a lo largo del año y cómo el destino experimenta oscilaciones significativas entre temporadas altas y bajas.</a:t>
            </a:r>
          </a:p>
        </p:txBody>
      </p:sp>
    </p:spTree>
    <p:extLst>
      <p:ext uri="{BB962C8B-B14F-4D97-AF65-F5344CB8AC3E}">
        <p14:creationId xmlns:p14="http://schemas.microsoft.com/office/powerpoint/2010/main" val="26427865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Gráfico 2">
            <a:extLst>
              <a:ext uri="{FF2B5EF4-FFF2-40B4-BE49-F238E27FC236}">
                <a16:creationId xmlns:a16="http://schemas.microsoft.com/office/drawing/2014/main" id="{6D2EC491-2EDB-9C35-55ED-58DAA313A11D}"/>
              </a:ext>
            </a:extLst>
          </p:cNvPr>
          <p:cNvGraphicFramePr>
            <a:graphicFrameLocks/>
          </p:cNvGraphicFramePr>
          <p:nvPr>
            <p:extLst>
              <p:ext uri="{D42A27DB-BD31-4B8C-83A1-F6EECF244321}">
                <p14:modId xmlns:p14="http://schemas.microsoft.com/office/powerpoint/2010/main" val="4146529413"/>
              </p:ext>
            </p:extLst>
          </p:nvPr>
        </p:nvGraphicFramePr>
        <p:xfrm>
          <a:off x="6096000" y="1304925"/>
          <a:ext cx="5580062" cy="5111750"/>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ángulo 5">
            <a:extLst>
              <a:ext uri="{FF2B5EF4-FFF2-40B4-BE49-F238E27FC236}">
                <a16:creationId xmlns:a16="http://schemas.microsoft.com/office/drawing/2014/main" id="{F8DABF61-3253-5D40-822E-EEA9227B7F6E}"/>
              </a:ext>
            </a:extLst>
          </p:cNvPr>
          <p:cNvSpPr/>
          <p:nvPr/>
        </p:nvSpPr>
        <p:spPr>
          <a:xfrm>
            <a:off x="457200" y="369025"/>
            <a:ext cx="2618510" cy="303481"/>
          </a:xfrm>
          <a:prstGeom prst="rect">
            <a:avLst/>
          </a:prstGeom>
        </p:spPr>
        <p:txBody>
          <a:bodyPr wrap="square">
            <a:spAutoFit/>
          </a:bodyPr>
          <a:lstStyle/>
          <a:p>
            <a:pPr>
              <a:lnSpc>
                <a:spcPts val="1800"/>
              </a:lnSpc>
            </a:pPr>
            <a:r>
              <a:rPr lang="es-ES" sz="1000" b="1" dirty="0">
                <a:solidFill>
                  <a:schemeClr val="bg1"/>
                </a:solidFill>
                <a:latin typeface="Montserrat Medium" pitchFamily="2" charset="77"/>
                <a:ea typeface="Times New Roman" panose="02020603050405020304" pitchFamily="18" charset="0"/>
                <a:cs typeface="Times New Roman" panose="02020603050405020304" pitchFamily="18" charset="0"/>
              </a:rPr>
              <a:t>OCUPACIÓN</a:t>
            </a:r>
            <a:endParaRPr lang="es-ES" sz="1000" b="1" dirty="0">
              <a:solidFill>
                <a:schemeClr val="bg1"/>
              </a:solidFill>
              <a:latin typeface="Montserrat Medium" pitchFamily="2" charset="77"/>
            </a:endParaRPr>
          </a:p>
        </p:txBody>
      </p:sp>
      <p:cxnSp>
        <p:nvCxnSpPr>
          <p:cNvPr id="7" name="Conector recto 6">
            <a:extLst>
              <a:ext uri="{FF2B5EF4-FFF2-40B4-BE49-F238E27FC236}">
                <a16:creationId xmlns:a16="http://schemas.microsoft.com/office/drawing/2014/main" id="{E9677119-E161-1344-B469-03A3E094892F}"/>
              </a:ext>
            </a:extLst>
          </p:cNvPr>
          <p:cNvCxnSpPr>
            <a:cxnSpLocks/>
          </p:cNvCxnSpPr>
          <p:nvPr/>
        </p:nvCxnSpPr>
        <p:spPr>
          <a:xfrm>
            <a:off x="521677" y="693791"/>
            <a:ext cx="849923" cy="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8" name="Rectángulo 7">
            <a:extLst>
              <a:ext uri="{FF2B5EF4-FFF2-40B4-BE49-F238E27FC236}">
                <a16:creationId xmlns:a16="http://schemas.microsoft.com/office/drawing/2014/main" id="{56432AEE-C812-6E4F-BDA4-775C7AB22BC2}"/>
              </a:ext>
            </a:extLst>
          </p:cNvPr>
          <p:cNvSpPr/>
          <p:nvPr/>
        </p:nvSpPr>
        <p:spPr>
          <a:xfrm>
            <a:off x="427653" y="999740"/>
            <a:ext cx="3660254" cy="1185068"/>
          </a:xfrm>
          <a:prstGeom prst="rect">
            <a:avLst/>
          </a:prstGeom>
        </p:spPr>
        <p:txBody>
          <a:bodyPr wrap="square">
            <a:spAutoFit/>
          </a:bodyPr>
          <a:lstStyle/>
          <a:p>
            <a:pPr>
              <a:lnSpc>
                <a:spcPts val="2800"/>
              </a:lnSpc>
              <a:buClr>
                <a:srgbClr val="074F6A"/>
              </a:buClr>
            </a:pPr>
            <a:r>
              <a:rPr lang="es-ES" sz="2800" dirty="0">
                <a:solidFill>
                  <a:schemeClr val="bg1"/>
                </a:solidFill>
                <a:latin typeface="DM Serif Display" pitchFamily="2" charset="0"/>
                <a:cs typeface="Times New Roman" panose="02020603050405020304" pitchFamily="18" charset="0"/>
              </a:rPr>
              <a:t>Previsión de ocupación según tipo de alojamiento y mes</a:t>
            </a:r>
          </a:p>
        </p:txBody>
      </p:sp>
      <p:sp>
        <p:nvSpPr>
          <p:cNvPr id="9" name="Rectángulo 8">
            <a:extLst>
              <a:ext uri="{FF2B5EF4-FFF2-40B4-BE49-F238E27FC236}">
                <a16:creationId xmlns:a16="http://schemas.microsoft.com/office/drawing/2014/main" id="{1F1F8327-9971-4540-B5DA-EF8ACAB68FE1}"/>
              </a:ext>
            </a:extLst>
          </p:cNvPr>
          <p:cNvSpPr/>
          <p:nvPr/>
        </p:nvSpPr>
        <p:spPr>
          <a:xfrm>
            <a:off x="398584" y="2249642"/>
            <a:ext cx="4953345" cy="3642536"/>
          </a:xfrm>
          <a:prstGeom prst="rect">
            <a:avLst/>
          </a:prstGeom>
        </p:spPr>
        <p:txBody>
          <a:bodyPr wrap="square" anchor="t">
            <a:spAutoFit/>
          </a:bodyPr>
          <a:lstStyle/>
          <a:p>
            <a:pPr>
              <a:lnSpc>
                <a:spcPts val="1600"/>
              </a:lnSpc>
              <a:spcAft>
                <a:spcPts val="600"/>
              </a:spcAft>
            </a:pPr>
            <a:r>
              <a:rPr lang="es-ES" sz="1150" b="1" kern="0" dirty="0">
                <a:solidFill>
                  <a:schemeClr val="bg1"/>
                </a:solidFill>
                <a:latin typeface="Montserrat" pitchFamily="2" charset="77"/>
                <a:cs typeface="Times New Roman" panose="02020603050405020304" pitchFamily="18" charset="0"/>
              </a:rPr>
              <a:t>El pico de previsiones de las VUT se sitúa en un 89% de ocupación en el mes de julio. </a:t>
            </a:r>
            <a:r>
              <a:rPr lang="es-ES" sz="1150" kern="0" dirty="0">
                <a:solidFill>
                  <a:schemeClr val="bg1"/>
                </a:solidFill>
                <a:latin typeface="Montserrat" pitchFamily="2" charset="77"/>
                <a:cs typeface="Times New Roman" panose="02020603050405020304" pitchFamily="18" charset="0"/>
              </a:rPr>
              <a:t>En agosto destacan los hoteles y los chalets y villas. Septiembre, por su parte, concentra la mayor demanda potencial del año para el alojamiento rural, lo que muestra un cambio de preferencia hacia destinos más tranquilos y naturales al final del verano. En general, los meses estivales son los que mantienen las mejores previsiones en la mayoría de las tipologías, salvo el alojamiento rural, que aumenta exponencialmente hasta llegar a su pico más alto en septiembre.</a:t>
            </a:r>
          </a:p>
          <a:p>
            <a:pPr>
              <a:lnSpc>
                <a:spcPts val="1600"/>
              </a:lnSpc>
              <a:spcAft>
                <a:spcPts val="600"/>
              </a:spcAft>
            </a:pPr>
            <a:r>
              <a:rPr lang="es-ES" sz="1150" kern="0" dirty="0">
                <a:solidFill>
                  <a:schemeClr val="bg1"/>
                </a:solidFill>
                <a:latin typeface="Montserrat" pitchFamily="2" charset="77"/>
                <a:cs typeface="Times New Roman" panose="02020603050405020304" pitchFamily="18" charset="0"/>
              </a:rPr>
              <a:t>A partir de septiembre, todas las modalidades experimentan una reducción progresiva en sus niveles de ocupación, aunque chalets/villas y alojamiento continúan con valores relativamente altos en comparación con el resto de las opciones, mostrando un comportamiento menos dependiente de la estacionalidad. Este patrón estacional evidencia una fuerte concentración de la demanda en el tercer trimestre del año, lo que refuerza la importancia de estrategias de optimización de precios.</a:t>
            </a:r>
          </a:p>
        </p:txBody>
      </p:sp>
    </p:spTree>
    <p:extLst>
      <p:ext uri="{BB962C8B-B14F-4D97-AF65-F5344CB8AC3E}">
        <p14:creationId xmlns:p14="http://schemas.microsoft.com/office/powerpoint/2010/main" val="33905215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7A48E-A992-45B2-387F-9D7784ECB330}"/>
            </a:ext>
          </a:extLst>
        </p:cNvPr>
        <p:cNvGrpSpPr/>
        <p:nvPr/>
      </p:nvGrpSpPr>
      <p:grpSpPr>
        <a:xfrm>
          <a:off x="0" y="0"/>
          <a:ext cx="0" cy="0"/>
          <a:chOff x="0" y="0"/>
          <a:chExt cx="0" cy="0"/>
        </a:xfrm>
      </p:grpSpPr>
      <p:sp>
        <p:nvSpPr>
          <p:cNvPr id="3" name="Rectángulo 2">
            <a:extLst>
              <a:ext uri="{FF2B5EF4-FFF2-40B4-BE49-F238E27FC236}">
                <a16:creationId xmlns:a16="http://schemas.microsoft.com/office/drawing/2014/main" id="{B517E1D7-644F-7B26-DE7F-C2E4564B42A0}"/>
              </a:ext>
            </a:extLst>
          </p:cNvPr>
          <p:cNvSpPr/>
          <p:nvPr/>
        </p:nvSpPr>
        <p:spPr>
          <a:xfrm>
            <a:off x="638668" y="1075606"/>
            <a:ext cx="4074261" cy="303481"/>
          </a:xfrm>
          <a:prstGeom prst="rect">
            <a:avLst/>
          </a:prstGeom>
        </p:spPr>
        <p:txBody>
          <a:bodyPr wrap="square">
            <a:spAutoFit/>
          </a:bodyPr>
          <a:lstStyle/>
          <a:p>
            <a:pPr>
              <a:lnSpc>
                <a:spcPts val="1800"/>
              </a:lnSpc>
            </a:pPr>
            <a:r>
              <a:rPr lang="es-ES" sz="1200" dirty="0">
                <a:solidFill>
                  <a:schemeClr val="bg1"/>
                </a:solidFill>
                <a:latin typeface="Montserrat Medium" pitchFamily="2" charset="77"/>
                <a:ea typeface="Times New Roman" panose="02020603050405020304" pitchFamily="18" charset="0"/>
                <a:cs typeface="Times New Roman" panose="02020603050405020304" pitchFamily="18" charset="0"/>
              </a:rPr>
              <a:t>OCUPACIÓN</a:t>
            </a:r>
            <a:endParaRPr lang="es-ES" sz="1200" dirty="0">
              <a:solidFill>
                <a:schemeClr val="bg1"/>
              </a:solidFill>
              <a:latin typeface="Montserrat Medium" pitchFamily="2" charset="77"/>
            </a:endParaRPr>
          </a:p>
        </p:txBody>
      </p:sp>
      <p:sp>
        <p:nvSpPr>
          <p:cNvPr id="7" name="Rectángulo 6">
            <a:extLst>
              <a:ext uri="{FF2B5EF4-FFF2-40B4-BE49-F238E27FC236}">
                <a16:creationId xmlns:a16="http://schemas.microsoft.com/office/drawing/2014/main" id="{B2E9E2F9-3215-F1DE-C19C-52189956B8C5}"/>
              </a:ext>
            </a:extLst>
          </p:cNvPr>
          <p:cNvSpPr/>
          <p:nvPr/>
        </p:nvSpPr>
        <p:spPr>
          <a:xfrm>
            <a:off x="638668" y="1392995"/>
            <a:ext cx="7139240" cy="474425"/>
          </a:xfrm>
          <a:prstGeom prst="rect">
            <a:avLst/>
          </a:prstGeom>
        </p:spPr>
        <p:txBody>
          <a:bodyPr wrap="square">
            <a:spAutoFit/>
          </a:bodyPr>
          <a:lstStyle/>
          <a:p>
            <a:pPr>
              <a:lnSpc>
                <a:spcPts val="2800"/>
              </a:lnSpc>
              <a:buClr>
                <a:srgbClr val="074F6A"/>
              </a:buClr>
            </a:pPr>
            <a:r>
              <a:rPr lang="es-ES" sz="2800" dirty="0">
                <a:solidFill>
                  <a:schemeClr val="bg1"/>
                </a:solidFill>
                <a:latin typeface="DM Serif Display" pitchFamily="2" charset="0"/>
                <a:cs typeface="Times New Roman" panose="02020603050405020304" pitchFamily="18" charset="0"/>
              </a:rPr>
              <a:t>Conclusiones y resultados</a:t>
            </a:r>
          </a:p>
        </p:txBody>
      </p:sp>
      <p:sp>
        <p:nvSpPr>
          <p:cNvPr id="10" name="Rectángulo 9">
            <a:extLst>
              <a:ext uri="{FF2B5EF4-FFF2-40B4-BE49-F238E27FC236}">
                <a16:creationId xmlns:a16="http://schemas.microsoft.com/office/drawing/2014/main" id="{BF45F7E6-D765-5E02-B210-BCC2B286E7C2}"/>
              </a:ext>
            </a:extLst>
          </p:cNvPr>
          <p:cNvSpPr/>
          <p:nvPr/>
        </p:nvSpPr>
        <p:spPr>
          <a:xfrm>
            <a:off x="638668" y="2136261"/>
            <a:ext cx="5261810" cy="2902718"/>
          </a:xfrm>
          <a:prstGeom prst="rect">
            <a:avLst/>
          </a:prstGeom>
        </p:spPr>
        <p:txBody>
          <a:bodyPr wrap="square">
            <a:spAutoFit/>
          </a:bodyPr>
          <a:lstStyle/>
          <a:p>
            <a:pPr marL="185738" lvl="0" indent="-185738">
              <a:lnSpc>
                <a:spcPct val="115000"/>
              </a:lnSpc>
              <a:spcAft>
                <a:spcPts val="800"/>
              </a:spcAft>
              <a:buFont typeface="Symbol" pitchFamily="2" charset="2"/>
              <a:buChar char=""/>
            </a:pPr>
            <a:r>
              <a:rPr lang="es-ES" sz="1400" b="1" kern="0" dirty="0">
                <a:solidFill>
                  <a:schemeClr val="bg1"/>
                </a:solidFill>
                <a:latin typeface="Montserrat SemiBold" pitchFamily="2" charset="77"/>
                <a:cs typeface="Times New Roman" panose="02020603050405020304" pitchFamily="18" charset="0"/>
              </a:rPr>
              <a:t>Concentración en temporada alta</a:t>
            </a:r>
            <a:br>
              <a:rPr lang="es-ES" sz="1400" kern="0" dirty="0">
                <a:solidFill>
                  <a:schemeClr val="bg1"/>
                </a:solidFill>
                <a:latin typeface="Montserrat" pitchFamily="2" charset="77"/>
                <a:cs typeface="Times New Roman" panose="02020603050405020304" pitchFamily="18" charset="0"/>
              </a:rPr>
            </a:br>
            <a:r>
              <a:rPr lang="es-ES" sz="1400" kern="0" dirty="0">
                <a:solidFill>
                  <a:schemeClr val="bg1"/>
                </a:solidFill>
                <a:latin typeface="Montserrat" pitchFamily="2" charset="77"/>
                <a:cs typeface="Times New Roman" panose="02020603050405020304" pitchFamily="18" charset="0"/>
              </a:rPr>
              <a:t>El verano concentra el mayor volumen de turistas alojados, con más de 122.000 registros, confirmando la fuerte estacionalidad del destino y la dependencia de los meses centrales del año. </a:t>
            </a:r>
          </a:p>
          <a:p>
            <a:pPr marL="185738" lvl="0" indent="-185738">
              <a:lnSpc>
                <a:spcPct val="115000"/>
              </a:lnSpc>
              <a:spcAft>
                <a:spcPts val="800"/>
              </a:spcAft>
              <a:buFont typeface="Symbol" pitchFamily="2" charset="2"/>
              <a:buChar char=""/>
            </a:pPr>
            <a:r>
              <a:rPr lang="es-ES" sz="1400" b="1" kern="0" dirty="0">
                <a:solidFill>
                  <a:schemeClr val="bg1"/>
                </a:solidFill>
                <a:latin typeface="Montserrat SemiBold" pitchFamily="2" charset="77"/>
                <a:cs typeface="Times New Roman" panose="02020603050405020304" pitchFamily="18" charset="0"/>
              </a:rPr>
              <a:t>Estaciones intermedias estables</a:t>
            </a:r>
            <a:br>
              <a:rPr lang="es-ES" sz="1400" kern="0" dirty="0">
                <a:solidFill>
                  <a:schemeClr val="bg1"/>
                </a:solidFill>
                <a:latin typeface="Montserrat" pitchFamily="2" charset="77"/>
                <a:cs typeface="Times New Roman" panose="02020603050405020304" pitchFamily="18" charset="0"/>
              </a:rPr>
            </a:br>
            <a:r>
              <a:rPr lang="es-ES" sz="1400" kern="0" dirty="0">
                <a:solidFill>
                  <a:schemeClr val="bg1"/>
                </a:solidFill>
                <a:latin typeface="Montserrat" pitchFamily="2" charset="77"/>
                <a:cs typeface="Times New Roman" panose="02020603050405020304" pitchFamily="18" charset="0"/>
              </a:rPr>
              <a:t>La primavera (62.919 turistas) y el otoño (62.143 turistas) mantienen cifras similares, lo que refleja un interés sostenido más allá de la temporada alta y abre oportunidades para reforzar la oferta en estos periodos. </a:t>
            </a:r>
          </a:p>
        </p:txBody>
      </p:sp>
      <p:sp>
        <p:nvSpPr>
          <p:cNvPr id="11" name="Rectángulo 10">
            <a:extLst>
              <a:ext uri="{FF2B5EF4-FFF2-40B4-BE49-F238E27FC236}">
                <a16:creationId xmlns:a16="http://schemas.microsoft.com/office/drawing/2014/main" id="{3D5EA613-BD06-FF33-116F-7A876550B9A5}"/>
              </a:ext>
            </a:extLst>
          </p:cNvPr>
          <p:cNvSpPr/>
          <p:nvPr/>
        </p:nvSpPr>
        <p:spPr>
          <a:xfrm>
            <a:off x="6291522" y="2136261"/>
            <a:ext cx="5261810" cy="2902718"/>
          </a:xfrm>
          <a:prstGeom prst="rect">
            <a:avLst/>
          </a:prstGeom>
        </p:spPr>
        <p:txBody>
          <a:bodyPr wrap="square">
            <a:spAutoFit/>
          </a:bodyPr>
          <a:lstStyle/>
          <a:p>
            <a:pPr marL="185738" lvl="0" indent="-185738">
              <a:lnSpc>
                <a:spcPct val="115000"/>
              </a:lnSpc>
              <a:spcAft>
                <a:spcPts val="800"/>
              </a:spcAft>
              <a:buFont typeface="Symbol" pitchFamily="2" charset="2"/>
              <a:buChar char=""/>
            </a:pPr>
            <a:r>
              <a:rPr lang="es-ES" sz="1400" b="1" kern="0" dirty="0">
                <a:solidFill>
                  <a:schemeClr val="bg1"/>
                </a:solidFill>
                <a:latin typeface="Montserrat SemiBold" pitchFamily="2" charset="77"/>
                <a:cs typeface="Times New Roman" panose="02020603050405020304" pitchFamily="18" charset="0"/>
              </a:rPr>
              <a:t>Duración de la estancia</a:t>
            </a:r>
            <a:br>
              <a:rPr lang="es-ES" sz="1400" kern="0" dirty="0">
                <a:solidFill>
                  <a:schemeClr val="bg1"/>
                </a:solidFill>
                <a:latin typeface="Montserrat" pitchFamily="2" charset="77"/>
                <a:cs typeface="Times New Roman" panose="02020603050405020304" pitchFamily="18" charset="0"/>
              </a:rPr>
            </a:br>
            <a:r>
              <a:rPr lang="es-ES" sz="1400" kern="0" dirty="0">
                <a:solidFill>
                  <a:schemeClr val="bg1"/>
                </a:solidFill>
                <a:latin typeface="Montserrat" pitchFamily="2" charset="77"/>
                <a:cs typeface="Times New Roman" panose="02020603050405020304" pitchFamily="18" charset="0"/>
              </a:rPr>
              <a:t>La media anual se sitúa entre 14 y 15 noches, con un máximo en verano de 15,3 noches y valores igualmente elevados en primavera y otoño. Este comportamiento evidencia la capacidad de Benissa para retener a los visitantes durante estancias prolongadas. </a:t>
            </a:r>
          </a:p>
          <a:p>
            <a:pPr marL="185738" lvl="0" indent="-185738">
              <a:lnSpc>
                <a:spcPct val="115000"/>
              </a:lnSpc>
              <a:spcAft>
                <a:spcPts val="800"/>
              </a:spcAft>
              <a:buFont typeface="Symbol" pitchFamily="2" charset="2"/>
              <a:buChar char=""/>
            </a:pPr>
            <a:r>
              <a:rPr lang="es-ES" sz="1400" b="1" kern="0" dirty="0">
                <a:solidFill>
                  <a:schemeClr val="bg1"/>
                </a:solidFill>
                <a:latin typeface="Montserrat SemiBold" pitchFamily="2" charset="77"/>
                <a:cs typeface="Times New Roman" panose="02020603050405020304" pitchFamily="18" charset="0"/>
              </a:rPr>
              <a:t>Diferencias de ocupación por tipología de alojamiento</a:t>
            </a:r>
            <a:br>
              <a:rPr lang="es-ES" sz="1400" kern="0" dirty="0">
                <a:solidFill>
                  <a:schemeClr val="bg1"/>
                </a:solidFill>
                <a:latin typeface="Montserrat" pitchFamily="2" charset="77"/>
                <a:cs typeface="Times New Roman" panose="02020603050405020304" pitchFamily="18" charset="0"/>
              </a:rPr>
            </a:br>
            <a:r>
              <a:rPr lang="es-ES" sz="1400" kern="0" dirty="0">
                <a:solidFill>
                  <a:schemeClr val="bg1"/>
                </a:solidFill>
                <a:latin typeface="Montserrat" pitchFamily="2" charset="77"/>
                <a:cs typeface="Times New Roman" panose="02020603050405020304" pitchFamily="18" charset="0"/>
              </a:rPr>
              <a:t>Las VUT (44,8%) y los chalets/villas (39,7%) duplican la ocupación promedio de hoteles (23,4%) y alojamientos rurales (19,6%).</a:t>
            </a:r>
          </a:p>
        </p:txBody>
      </p:sp>
    </p:spTree>
    <p:extLst>
      <p:ext uri="{BB962C8B-B14F-4D97-AF65-F5344CB8AC3E}">
        <p14:creationId xmlns:p14="http://schemas.microsoft.com/office/powerpoint/2010/main" val="2895215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E1AAF08B-AB44-6547-891C-337A413BF743}"/>
              </a:ext>
            </a:extLst>
          </p:cNvPr>
          <p:cNvSpPr/>
          <p:nvPr/>
        </p:nvSpPr>
        <p:spPr>
          <a:xfrm>
            <a:off x="3072247" y="1638685"/>
            <a:ext cx="4512583" cy="1552284"/>
          </a:xfrm>
          <a:prstGeom prst="rect">
            <a:avLst/>
          </a:prstGeom>
        </p:spPr>
        <p:txBody>
          <a:bodyPr wrap="square">
            <a:spAutoFit/>
          </a:bodyPr>
          <a:lstStyle/>
          <a:p>
            <a:pPr>
              <a:lnSpc>
                <a:spcPts val="5500"/>
              </a:lnSpc>
            </a:pPr>
            <a:r>
              <a:rPr lang="es-ES" sz="6000" dirty="0">
                <a:solidFill>
                  <a:srgbClr val="003B42"/>
                </a:solidFill>
                <a:latin typeface="DM Serif Display" pitchFamily="2" charset="0"/>
                <a:ea typeface="Times New Roman" panose="02020603050405020304" pitchFamily="18" charset="0"/>
                <a:cs typeface="Times New Roman" panose="02020603050405020304" pitchFamily="18" charset="0"/>
              </a:rPr>
              <a:t>Glosario </a:t>
            </a:r>
            <a:br>
              <a:rPr lang="es-ES" sz="6000" dirty="0">
                <a:solidFill>
                  <a:srgbClr val="003B42"/>
                </a:solidFill>
                <a:latin typeface="DM Serif Display" pitchFamily="2" charset="0"/>
                <a:ea typeface="Times New Roman" panose="02020603050405020304" pitchFamily="18" charset="0"/>
                <a:cs typeface="Times New Roman" panose="02020603050405020304" pitchFamily="18" charset="0"/>
              </a:rPr>
            </a:br>
            <a:r>
              <a:rPr lang="es-ES" sz="6000" dirty="0">
                <a:solidFill>
                  <a:srgbClr val="003B42"/>
                </a:solidFill>
                <a:latin typeface="DM Serif Display" pitchFamily="2" charset="0"/>
                <a:ea typeface="Times New Roman" panose="02020603050405020304" pitchFamily="18" charset="0"/>
                <a:cs typeface="Times New Roman" panose="02020603050405020304" pitchFamily="18" charset="0"/>
              </a:rPr>
              <a:t>de términos</a:t>
            </a:r>
            <a:endParaRPr lang="es-ES" sz="6000" dirty="0">
              <a:solidFill>
                <a:srgbClr val="003B42"/>
              </a:solidFill>
              <a:latin typeface="DM Serif Display" pitchFamily="2" charset="0"/>
            </a:endParaRPr>
          </a:p>
        </p:txBody>
      </p:sp>
      <p:sp>
        <p:nvSpPr>
          <p:cNvPr id="10" name="Rectángulo 9">
            <a:extLst>
              <a:ext uri="{FF2B5EF4-FFF2-40B4-BE49-F238E27FC236}">
                <a16:creationId xmlns:a16="http://schemas.microsoft.com/office/drawing/2014/main" id="{2BCF689F-2CE8-BE49-9F6A-A5E2C1489191}"/>
              </a:ext>
            </a:extLst>
          </p:cNvPr>
          <p:cNvSpPr/>
          <p:nvPr/>
        </p:nvSpPr>
        <p:spPr>
          <a:xfrm>
            <a:off x="-1" y="2488517"/>
            <a:ext cx="2600326" cy="1436355"/>
          </a:xfrm>
          <a:prstGeom prst="rect">
            <a:avLst/>
          </a:prstGeom>
        </p:spPr>
        <p:txBody>
          <a:bodyPr wrap="square">
            <a:spAutoFit/>
          </a:bodyPr>
          <a:lstStyle/>
          <a:p>
            <a:pPr algn="ctr">
              <a:lnSpc>
                <a:spcPts val="4200"/>
              </a:lnSpc>
            </a:pPr>
            <a:r>
              <a:rPr lang="es-ES" sz="25000" dirty="0">
                <a:solidFill>
                  <a:schemeClr val="bg1">
                    <a:alpha val="50000"/>
                  </a:schemeClr>
                </a:solidFill>
                <a:latin typeface="DM Serif Display" pitchFamily="2" charset="0"/>
                <a:cs typeface="Times New Roman" panose="02020603050405020304" pitchFamily="18" charset="0"/>
              </a:rPr>
              <a:t>4</a:t>
            </a:r>
            <a:endParaRPr lang="es-ES" sz="25000" dirty="0">
              <a:solidFill>
                <a:schemeClr val="bg1">
                  <a:alpha val="50000"/>
                </a:schemeClr>
              </a:solidFill>
              <a:latin typeface="DM Serif Display" pitchFamily="2" charset="0"/>
            </a:endParaRPr>
          </a:p>
        </p:txBody>
      </p:sp>
      <p:sp>
        <p:nvSpPr>
          <p:cNvPr id="11" name="Rectángulo 10">
            <a:extLst>
              <a:ext uri="{FF2B5EF4-FFF2-40B4-BE49-F238E27FC236}">
                <a16:creationId xmlns:a16="http://schemas.microsoft.com/office/drawing/2014/main" id="{4070855A-A8FD-E042-A75E-9A4242A27E72}"/>
              </a:ext>
            </a:extLst>
          </p:cNvPr>
          <p:cNvSpPr/>
          <p:nvPr/>
        </p:nvSpPr>
        <p:spPr>
          <a:xfrm>
            <a:off x="3089227" y="430374"/>
            <a:ext cx="5104282" cy="246221"/>
          </a:xfrm>
          <a:prstGeom prst="rect">
            <a:avLst/>
          </a:prstGeom>
        </p:spPr>
        <p:txBody>
          <a:bodyPr wrap="none">
            <a:spAutoFit/>
          </a:bodyPr>
          <a:lstStyle/>
          <a:p>
            <a:r>
              <a:rPr lang="es-ES" sz="1000" b="1" dirty="0">
                <a:solidFill>
                  <a:schemeClr val="bg2">
                    <a:lumMod val="75000"/>
                  </a:schemeClr>
                </a:solidFill>
                <a:latin typeface="Montserrat SemiBold" pitchFamily="2" charset="77"/>
              </a:rPr>
              <a:t>INFORME DE ANÁLISIS DE DATOS | SMART OFFICE BENISSA | ENE – DIC 24</a:t>
            </a:r>
          </a:p>
        </p:txBody>
      </p:sp>
      <p:cxnSp>
        <p:nvCxnSpPr>
          <p:cNvPr id="13" name="Conector recto 12">
            <a:extLst>
              <a:ext uri="{FF2B5EF4-FFF2-40B4-BE49-F238E27FC236}">
                <a16:creationId xmlns:a16="http://schemas.microsoft.com/office/drawing/2014/main" id="{D76CEBD8-AF3E-4042-B6C7-9AFEB28132E9}"/>
              </a:ext>
            </a:extLst>
          </p:cNvPr>
          <p:cNvCxnSpPr>
            <a:cxnSpLocks/>
          </p:cNvCxnSpPr>
          <p:nvPr/>
        </p:nvCxnSpPr>
        <p:spPr>
          <a:xfrm>
            <a:off x="3175085" y="692311"/>
            <a:ext cx="8483515" cy="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nvGrpSpPr>
          <p:cNvPr id="18" name="Grupo 17">
            <a:extLst>
              <a:ext uri="{FF2B5EF4-FFF2-40B4-BE49-F238E27FC236}">
                <a16:creationId xmlns:a16="http://schemas.microsoft.com/office/drawing/2014/main" id="{1100FC86-9E21-3F43-96FF-1554E6DECE89}"/>
              </a:ext>
            </a:extLst>
          </p:cNvPr>
          <p:cNvGrpSpPr/>
          <p:nvPr/>
        </p:nvGrpSpPr>
        <p:grpSpPr>
          <a:xfrm>
            <a:off x="371142" y="6122731"/>
            <a:ext cx="1930011" cy="255101"/>
            <a:chOff x="371142" y="6122731"/>
            <a:chExt cx="1930011" cy="255101"/>
          </a:xfrm>
        </p:grpSpPr>
        <p:pic>
          <p:nvPicPr>
            <p:cNvPr id="19" name="Imagen 18">
              <a:extLst>
                <a:ext uri="{FF2B5EF4-FFF2-40B4-BE49-F238E27FC236}">
                  <a16:creationId xmlns:a16="http://schemas.microsoft.com/office/drawing/2014/main" id="{22002050-E333-7C49-9E48-B54A87A17A5C}"/>
                </a:ext>
              </a:extLst>
            </p:cNvPr>
            <p:cNvPicPr>
              <a:picLocks noChangeAspect="1"/>
            </p:cNvPicPr>
            <p:nvPr/>
          </p:nvPicPr>
          <p:blipFill>
            <a:blip r:embed="rId2"/>
            <a:stretch>
              <a:fillRect/>
            </a:stretch>
          </p:blipFill>
          <p:spPr>
            <a:xfrm>
              <a:off x="371142" y="6124135"/>
              <a:ext cx="800069" cy="253697"/>
            </a:xfrm>
            <a:prstGeom prst="rect">
              <a:avLst/>
            </a:prstGeom>
          </p:spPr>
        </p:pic>
        <p:pic>
          <p:nvPicPr>
            <p:cNvPr id="20" name="Gráfico 19">
              <a:extLst>
                <a:ext uri="{FF2B5EF4-FFF2-40B4-BE49-F238E27FC236}">
                  <a16:creationId xmlns:a16="http://schemas.microsoft.com/office/drawing/2014/main" id="{7DC1AE0D-920E-1C47-A802-5427034EA15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51036" y="6122731"/>
              <a:ext cx="950117" cy="254256"/>
            </a:xfrm>
            <a:prstGeom prst="rect">
              <a:avLst/>
            </a:prstGeom>
          </p:spPr>
        </p:pic>
      </p:grpSp>
    </p:spTree>
    <p:extLst>
      <p:ext uri="{BB962C8B-B14F-4D97-AF65-F5344CB8AC3E}">
        <p14:creationId xmlns:p14="http://schemas.microsoft.com/office/powerpoint/2010/main" val="423744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0F1BA-F75D-80E9-C6D5-182424313BE8}"/>
            </a:ext>
          </a:extLst>
        </p:cNvPr>
        <p:cNvGrpSpPr/>
        <p:nvPr/>
      </p:nvGrpSpPr>
      <p:grpSpPr>
        <a:xfrm>
          <a:off x="0" y="0"/>
          <a:ext cx="0" cy="0"/>
          <a:chOff x="0" y="0"/>
          <a:chExt cx="0" cy="0"/>
        </a:xfrm>
      </p:grpSpPr>
      <p:sp>
        <p:nvSpPr>
          <p:cNvPr id="12" name="Rectángulo 11">
            <a:extLst>
              <a:ext uri="{FF2B5EF4-FFF2-40B4-BE49-F238E27FC236}">
                <a16:creationId xmlns:a16="http://schemas.microsoft.com/office/drawing/2014/main" id="{A25B502C-2F73-C6A3-1A2E-CA1B444BF5DE}"/>
              </a:ext>
            </a:extLst>
          </p:cNvPr>
          <p:cNvSpPr/>
          <p:nvPr/>
        </p:nvSpPr>
        <p:spPr>
          <a:xfrm>
            <a:off x="638668" y="2173887"/>
            <a:ext cx="4928755" cy="3362011"/>
          </a:xfrm>
          <a:prstGeom prst="rect">
            <a:avLst/>
          </a:prstGeom>
        </p:spPr>
        <p:txBody>
          <a:bodyPr wrap="square">
            <a:spAutoFit/>
          </a:bodyPr>
          <a:lstStyle/>
          <a:p>
            <a:pPr>
              <a:lnSpc>
                <a:spcPts val="1600"/>
              </a:lnSpc>
            </a:pPr>
            <a:r>
              <a:rPr lang="es-ES" sz="1200" b="1" kern="0" dirty="0">
                <a:solidFill>
                  <a:schemeClr val="bg1"/>
                </a:solidFill>
                <a:latin typeface="Montserrat SemiBold" pitchFamily="2" charset="77"/>
                <a:cs typeface="Times New Roman" panose="02020603050405020304" pitchFamily="18" charset="0"/>
              </a:rPr>
              <a:t>Turista</a:t>
            </a:r>
            <a:br>
              <a:rPr lang="es-ES" sz="1200" b="1" kern="0" dirty="0">
                <a:solidFill>
                  <a:schemeClr val="bg1"/>
                </a:solidFill>
                <a:latin typeface="Montserrat SemiBold" pitchFamily="2" charset="77"/>
                <a:cs typeface="Times New Roman" panose="02020603050405020304" pitchFamily="18" charset="0"/>
              </a:rPr>
            </a:br>
            <a:r>
              <a:rPr lang="es-ES" sz="1200" kern="0" dirty="0">
                <a:solidFill>
                  <a:schemeClr val="bg1"/>
                </a:solidFill>
                <a:latin typeface="Montserrat" pitchFamily="2" charset="77"/>
                <a:cs typeface="Times New Roman" panose="02020603050405020304" pitchFamily="18" charset="0"/>
              </a:rPr>
              <a:t>Persona que se desplaza a un destino distinto de su residencia habitual, pernoctando al menos una noche</a:t>
            </a:r>
          </a:p>
          <a:p>
            <a:pPr>
              <a:lnSpc>
                <a:spcPts val="1600"/>
              </a:lnSpc>
            </a:pPr>
            <a:endParaRPr lang="es-ES" sz="1200" kern="0" dirty="0">
              <a:solidFill>
                <a:schemeClr val="bg1"/>
              </a:solidFill>
              <a:latin typeface="Montserrat" pitchFamily="2" charset="77"/>
              <a:cs typeface="Times New Roman" panose="02020603050405020304" pitchFamily="18" charset="0"/>
            </a:endParaRPr>
          </a:p>
          <a:p>
            <a:pPr>
              <a:lnSpc>
                <a:spcPts val="1600"/>
              </a:lnSpc>
            </a:pPr>
            <a:r>
              <a:rPr lang="es-ES" sz="1200" b="1" kern="0" dirty="0">
                <a:solidFill>
                  <a:schemeClr val="bg1"/>
                </a:solidFill>
                <a:latin typeface="Montserrat SemiBold" pitchFamily="2" charset="77"/>
                <a:cs typeface="Times New Roman" panose="02020603050405020304" pitchFamily="18" charset="0"/>
              </a:rPr>
              <a:t>Visitante</a:t>
            </a:r>
            <a:br>
              <a:rPr lang="es-ES" sz="1200" b="1" kern="0" dirty="0">
                <a:solidFill>
                  <a:schemeClr val="bg1"/>
                </a:solidFill>
                <a:latin typeface="Montserrat SemiBold" pitchFamily="2" charset="77"/>
                <a:cs typeface="Times New Roman" panose="02020603050405020304" pitchFamily="18" charset="0"/>
              </a:rPr>
            </a:br>
            <a:r>
              <a:rPr lang="es-ES" sz="1200" kern="0" dirty="0">
                <a:solidFill>
                  <a:schemeClr val="bg1"/>
                </a:solidFill>
                <a:latin typeface="Montserrat" pitchFamily="2" charset="77"/>
                <a:cs typeface="Times New Roman" panose="02020603050405020304" pitchFamily="18" charset="0"/>
              </a:rPr>
              <a:t>Persona que viaja a un destino distinto del de su residencia habitual pero no pernocta</a:t>
            </a:r>
          </a:p>
          <a:p>
            <a:pPr>
              <a:lnSpc>
                <a:spcPts val="1600"/>
              </a:lnSpc>
            </a:pPr>
            <a:endParaRPr lang="es-ES" sz="1200" kern="0" dirty="0">
              <a:solidFill>
                <a:schemeClr val="bg1"/>
              </a:solidFill>
              <a:latin typeface="Montserrat" pitchFamily="2" charset="77"/>
              <a:cs typeface="Times New Roman" panose="02020603050405020304" pitchFamily="18" charset="0"/>
            </a:endParaRPr>
          </a:p>
          <a:p>
            <a:pPr>
              <a:lnSpc>
                <a:spcPts val="1600"/>
              </a:lnSpc>
            </a:pPr>
            <a:r>
              <a:rPr lang="es-ES" sz="1200" b="1" kern="0" dirty="0">
                <a:solidFill>
                  <a:schemeClr val="bg1"/>
                </a:solidFill>
                <a:latin typeface="Montserrat SemiBold" pitchFamily="2" charset="77"/>
                <a:cs typeface="Times New Roman" panose="02020603050405020304" pitchFamily="18" charset="0"/>
              </a:rPr>
              <a:t>Turismo nacional / interno</a:t>
            </a:r>
            <a:br>
              <a:rPr lang="es-ES" sz="1200" b="1" kern="0" dirty="0">
                <a:solidFill>
                  <a:schemeClr val="bg1"/>
                </a:solidFill>
                <a:latin typeface="Montserrat SemiBold" pitchFamily="2" charset="77"/>
                <a:cs typeface="Times New Roman" panose="02020603050405020304" pitchFamily="18" charset="0"/>
              </a:rPr>
            </a:br>
            <a:r>
              <a:rPr lang="es-ES" sz="1200" kern="0" dirty="0">
                <a:solidFill>
                  <a:schemeClr val="bg1"/>
                </a:solidFill>
                <a:latin typeface="Montserrat" pitchFamily="2" charset="77"/>
                <a:cs typeface="Times New Roman" panose="02020603050405020304" pitchFamily="18" charset="0"/>
              </a:rPr>
              <a:t>Conjunto de turistas y visitantes residentes en España que se desplazan a otro punto dentro del territorio nacional</a:t>
            </a:r>
          </a:p>
          <a:p>
            <a:pPr>
              <a:lnSpc>
                <a:spcPts val="1600"/>
              </a:lnSpc>
            </a:pPr>
            <a:endParaRPr lang="es-ES" sz="1200" kern="0" dirty="0">
              <a:solidFill>
                <a:schemeClr val="bg1"/>
              </a:solidFill>
              <a:latin typeface="Montserrat" pitchFamily="2" charset="77"/>
              <a:cs typeface="Times New Roman" panose="02020603050405020304" pitchFamily="18" charset="0"/>
            </a:endParaRPr>
          </a:p>
          <a:p>
            <a:pPr>
              <a:lnSpc>
                <a:spcPts val="1600"/>
              </a:lnSpc>
            </a:pPr>
            <a:r>
              <a:rPr lang="es-ES" sz="1200" b="1" kern="0" dirty="0">
                <a:solidFill>
                  <a:schemeClr val="bg1"/>
                </a:solidFill>
                <a:latin typeface="Montserrat SemiBold" pitchFamily="2" charset="77"/>
                <a:cs typeface="Times New Roman" panose="02020603050405020304" pitchFamily="18" charset="0"/>
              </a:rPr>
              <a:t>Turismo internacional / receptor</a:t>
            </a:r>
            <a:br>
              <a:rPr lang="es-ES" sz="1200" b="1" kern="0" dirty="0">
                <a:solidFill>
                  <a:schemeClr val="bg1"/>
                </a:solidFill>
                <a:latin typeface="Montserrat SemiBold" pitchFamily="2" charset="77"/>
                <a:cs typeface="Times New Roman" panose="02020603050405020304" pitchFamily="18" charset="0"/>
              </a:rPr>
            </a:br>
            <a:r>
              <a:rPr lang="es-ES" sz="1200" kern="0" dirty="0">
                <a:solidFill>
                  <a:schemeClr val="bg1"/>
                </a:solidFill>
                <a:latin typeface="Montserrat" pitchFamily="2" charset="77"/>
                <a:cs typeface="Times New Roman" panose="02020603050405020304" pitchFamily="18" charset="0"/>
              </a:rPr>
              <a:t>Turistas procedentes de otros países que visitan el destino</a:t>
            </a:r>
          </a:p>
          <a:p>
            <a:pPr>
              <a:lnSpc>
                <a:spcPts val="1600"/>
              </a:lnSpc>
            </a:pPr>
            <a:endParaRPr lang="es-ES" sz="1200" kern="0" dirty="0">
              <a:solidFill>
                <a:schemeClr val="bg1"/>
              </a:solidFill>
              <a:latin typeface="Montserrat" pitchFamily="2" charset="77"/>
              <a:cs typeface="Times New Roman" panose="02020603050405020304" pitchFamily="18" charset="0"/>
            </a:endParaRPr>
          </a:p>
          <a:p>
            <a:pPr>
              <a:lnSpc>
                <a:spcPts val="1600"/>
              </a:lnSpc>
            </a:pPr>
            <a:endParaRPr lang="es-ES" sz="1200" kern="0" dirty="0">
              <a:solidFill>
                <a:schemeClr val="bg1"/>
              </a:solidFill>
              <a:latin typeface="Montserrat" pitchFamily="2" charset="77"/>
              <a:cs typeface="Times New Roman" panose="02020603050405020304" pitchFamily="18" charset="0"/>
            </a:endParaRPr>
          </a:p>
        </p:txBody>
      </p:sp>
      <p:sp>
        <p:nvSpPr>
          <p:cNvPr id="3" name="Rectángulo 2">
            <a:extLst>
              <a:ext uri="{FF2B5EF4-FFF2-40B4-BE49-F238E27FC236}">
                <a16:creationId xmlns:a16="http://schemas.microsoft.com/office/drawing/2014/main" id="{4794660A-F323-7E0B-E13F-C388316A964C}"/>
              </a:ext>
            </a:extLst>
          </p:cNvPr>
          <p:cNvSpPr/>
          <p:nvPr/>
        </p:nvSpPr>
        <p:spPr>
          <a:xfrm>
            <a:off x="6345562" y="2173887"/>
            <a:ext cx="4928755" cy="3362011"/>
          </a:xfrm>
          <a:prstGeom prst="rect">
            <a:avLst/>
          </a:prstGeom>
        </p:spPr>
        <p:txBody>
          <a:bodyPr wrap="square">
            <a:spAutoFit/>
          </a:bodyPr>
          <a:lstStyle/>
          <a:p>
            <a:pPr>
              <a:lnSpc>
                <a:spcPts val="1600"/>
              </a:lnSpc>
            </a:pPr>
            <a:r>
              <a:rPr lang="es-ES" sz="1200" b="1" kern="0" dirty="0">
                <a:solidFill>
                  <a:schemeClr val="bg1"/>
                </a:solidFill>
                <a:latin typeface="Montserrat SemiBold" pitchFamily="2" charset="77"/>
                <a:cs typeface="Times New Roman" panose="02020603050405020304" pitchFamily="18" charset="0"/>
              </a:rPr>
              <a:t>Afluencia turística</a:t>
            </a:r>
            <a:br>
              <a:rPr lang="es-ES" sz="1200" b="1" kern="0" dirty="0">
                <a:solidFill>
                  <a:schemeClr val="bg1"/>
                </a:solidFill>
                <a:latin typeface="Montserrat SemiBold" pitchFamily="2" charset="77"/>
                <a:cs typeface="Times New Roman" panose="02020603050405020304" pitchFamily="18" charset="0"/>
              </a:rPr>
            </a:br>
            <a:r>
              <a:rPr lang="es-ES" sz="1200" kern="0" dirty="0">
                <a:solidFill>
                  <a:schemeClr val="bg1"/>
                </a:solidFill>
                <a:latin typeface="Montserrat" pitchFamily="2" charset="77"/>
                <a:cs typeface="Times New Roman" panose="02020603050405020304" pitchFamily="18" charset="0"/>
              </a:rPr>
              <a:t>Número total de llegadas de turistas y visitantes a un destino en un periodo de tiempo determinado</a:t>
            </a:r>
          </a:p>
          <a:p>
            <a:pPr>
              <a:lnSpc>
                <a:spcPts val="1600"/>
              </a:lnSpc>
            </a:pPr>
            <a:endParaRPr lang="es-ES" sz="1200" b="1" kern="0" dirty="0">
              <a:solidFill>
                <a:schemeClr val="bg1"/>
              </a:solidFill>
              <a:latin typeface="Montserrat SemiBold" pitchFamily="2" charset="77"/>
              <a:cs typeface="Times New Roman" panose="02020603050405020304" pitchFamily="18" charset="0"/>
            </a:endParaRPr>
          </a:p>
          <a:p>
            <a:pPr>
              <a:lnSpc>
                <a:spcPts val="1600"/>
              </a:lnSpc>
            </a:pPr>
            <a:r>
              <a:rPr lang="es-ES" sz="1200" b="1" kern="0" dirty="0">
                <a:solidFill>
                  <a:schemeClr val="bg1"/>
                </a:solidFill>
                <a:latin typeface="Montserrat SemiBold" pitchFamily="2" charset="77"/>
                <a:cs typeface="Times New Roman" panose="02020603050405020304" pitchFamily="18" charset="0"/>
              </a:rPr>
              <a:t>Mercados emisores</a:t>
            </a:r>
            <a:br>
              <a:rPr lang="es-ES" sz="1200" b="1" kern="0" dirty="0">
                <a:solidFill>
                  <a:schemeClr val="bg1"/>
                </a:solidFill>
                <a:latin typeface="Montserrat SemiBold" pitchFamily="2" charset="77"/>
                <a:cs typeface="Times New Roman" panose="02020603050405020304" pitchFamily="18" charset="0"/>
              </a:rPr>
            </a:br>
            <a:r>
              <a:rPr lang="es-ES" sz="1200" kern="0" dirty="0">
                <a:solidFill>
                  <a:schemeClr val="bg1"/>
                </a:solidFill>
                <a:latin typeface="Montserrat" pitchFamily="2" charset="77"/>
                <a:cs typeface="Times New Roman" panose="02020603050405020304" pitchFamily="18" charset="0"/>
              </a:rPr>
              <a:t>Países o regiones de origen de los turistas que viajan hacia un destino</a:t>
            </a:r>
          </a:p>
          <a:p>
            <a:pPr>
              <a:lnSpc>
                <a:spcPts val="1600"/>
              </a:lnSpc>
            </a:pPr>
            <a:endParaRPr lang="es-ES" sz="1200" kern="0" dirty="0">
              <a:solidFill>
                <a:schemeClr val="bg1"/>
              </a:solidFill>
              <a:latin typeface="Montserrat" pitchFamily="2" charset="77"/>
              <a:cs typeface="Times New Roman" panose="02020603050405020304" pitchFamily="18" charset="0"/>
            </a:endParaRPr>
          </a:p>
          <a:p>
            <a:pPr>
              <a:lnSpc>
                <a:spcPts val="1600"/>
              </a:lnSpc>
            </a:pPr>
            <a:r>
              <a:rPr lang="es-ES" sz="1200" b="1" kern="0" dirty="0">
                <a:solidFill>
                  <a:schemeClr val="bg1"/>
                </a:solidFill>
                <a:latin typeface="Montserrat SemiBold" pitchFamily="2" charset="77"/>
                <a:cs typeface="Times New Roman" panose="02020603050405020304" pitchFamily="18" charset="0"/>
              </a:rPr>
              <a:t>Gasto medio por persona/día</a:t>
            </a:r>
            <a:br>
              <a:rPr lang="es-ES" sz="1200" b="1" kern="0" dirty="0">
                <a:solidFill>
                  <a:schemeClr val="bg1"/>
                </a:solidFill>
                <a:latin typeface="Montserrat SemiBold" pitchFamily="2" charset="77"/>
                <a:cs typeface="Times New Roman" panose="02020603050405020304" pitchFamily="18" charset="0"/>
              </a:rPr>
            </a:br>
            <a:r>
              <a:rPr lang="es-ES" sz="1200" kern="0" dirty="0">
                <a:solidFill>
                  <a:schemeClr val="bg1"/>
                </a:solidFill>
                <a:latin typeface="Montserrat" pitchFamily="2" charset="77"/>
                <a:cs typeface="Times New Roman" panose="02020603050405020304" pitchFamily="18" charset="0"/>
              </a:rPr>
              <a:t>Promedio de gasto individual diario realizado por cada turista en el destino</a:t>
            </a:r>
          </a:p>
          <a:p>
            <a:pPr>
              <a:lnSpc>
                <a:spcPts val="1600"/>
              </a:lnSpc>
            </a:pPr>
            <a:endParaRPr lang="es-ES" sz="1200" kern="0" dirty="0">
              <a:solidFill>
                <a:schemeClr val="bg1"/>
              </a:solidFill>
              <a:latin typeface="Montserrat" pitchFamily="2" charset="77"/>
              <a:cs typeface="Times New Roman" panose="02020603050405020304" pitchFamily="18" charset="0"/>
            </a:endParaRPr>
          </a:p>
          <a:p>
            <a:pPr>
              <a:lnSpc>
                <a:spcPts val="1600"/>
              </a:lnSpc>
            </a:pPr>
            <a:r>
              <a:rPr lang="es-ES" sz="1200" b="1" kern="0" dirty="0">
                <a:solidFill>
                  <a:schemeClr val="bg1"/>
                </a:solidFill>
                <a:latin typeface="Montserrat SemiBold" pitchFamily="2" charset="77"/>
                <a:cs typeface="Times New Roman" panose="02020603050405020304" pitchFamily="18" charset="0"/>
              </a:rPr>
              <a:t>Gasto medio por ticket/compra</a:t>
            </a:r>
            <a:br>
              <a:rPr lang="es-ES" sz="1200" b="1" kern="0" dirty="0">
                <a:solidFill>
                  <a:schemeClr val="bg1"/>
                </a:solidFill>
                <a:latin typeface="Montserrat SemiBold" pitchFamily="2" charset="77"/>
                <a:cs typeface="Times New Roman" panose="02020603050405020304" pitchFamily="18" charset="0"/>
              </a:rPr>
            </a:br>
            <a:r>
              <a:rPr lang="es-ES" sz="1200" kern="0" dirty="0">
                <a:solidFill>
                  <a:schemeClr val="bg1"/>
                </a:solidFill>
                <a:latin typeface="Montserrat" pitchFamily="2" charset="77"/>
                <a:cs typeface="Times New Roman" panose="02020603050405020304" pitchFamily="18" charset="0"/>
              </a:rPr>
              <a:t>Promedio de gasto realizado en cada transacción o compra</a:t>
            </a:r>
          </a:p>
          <a:p>
            <a:pPr>
              <a:lnSpc>
                <a:spcPts val="1600"/>
              </a:lnSpc>
            </a:pPr>
            <a:endParaRPr lang="es-ES" sz="1200" kern="0" dirty="0">
              <a:solidFill>
                <a:schemeClr val="bg1"/>
              </a:solidFill>
              <a:latin typeface="Montserrat" pitchFamily="2" charset="77"/>
              <a:cs typeface="Times New Roman" panose="02020603050405020304" pitchFamily="18" charset="0"/>
            </a:endParaRPr>
          </a:p>
          <a:p>
            <a:pPr>
              <a:lnSpc>
                <a:spcPts val="1600"/>
              </a:lnSpc>
            </a:pPr>
            <a:endParaRPr lang="es-ES" sz="1200" kern="0" dirty="0">
              <a:solidFill>
                <a:schemeClr val="bg1"/>
              </a:solidFill>
              <a:latin typeface="Montserrat" pitchFamily="2" charset="77"/>
              <a:cs typeface="Times New Roman" panose="02020603050405020304" pitchFamily="18" charset="0"/>
            </a:endParaRPr>
          </a:p>
        </p:txBody>
      </p:sp>
      <p:sp>
        <p:nvSpPr>
          <p:cNvPr id="5" name="Rectángulo 4">
            <a:extLst>
              <a:ext uri="{FF2B5EF4-FFF2-40B4-BE49-F238E27FC236}">
                <a16:creationId xmlns:a16="http://schemas.microsoft.com/office/drawing/2014/main" id="{CD0D9070-739D-2D44-B8AB-594C57CD55A1}"/>
              </a:ext>
            </a:extLst>
          </p:cNvPr>
          <p:cNvSpPr/>
          <p:nvPr/>
        </p:nvSpPr>
        <p:spPr>
          <a:xfrm>
            <a:off x="638668" y="1199031"/>
            <a:ext cx="7139240" cy="474425"/>
          </a:xfrm>
          <a:prstGeom prst="rect">
            <a:avLst/>
          </a:prstGeom>
        </p:spPr>
        <p:txBody>
          <a:bodyPr wrap="square">
            <a:spAutoFit/>
          </a:bodyPr>
          <a:lstStyle/>
          <a:p>
            <a:pPr>
              <a:lnSpc>
                <a:spcPts val="2800"/>
              </a:lnSpc>
              <a:buClr>
                <a:srgbClr val="074F6A"/>
              </a:buClr>
            </a:pPr>
            <a:r>
              <a:rPr lang="es-ES" sz="2800" dirty="0">
                <a:solidFill>
                  <a:schemeClr val="bg1"/>
                </a:solidFill>
                <a:latin typeface="DM Serif Display" pitchFamily="2" charset="0"/>
                <a:cs typeface="Times New Roman" panose="02020603050405020304" pitchFamily="18" charset="0"/>
              </a:rPr>
              <a:t>Glosario de términos</a:t>
            </a:r>
          </a:p>
        </p:txBody>
      </p:sp>
    </p:spTree>
    <p:extLst>
      <p:ext uri="{BB962C8B-B14F-4D97-AF65-F5344CB8AC3E}">
        <p14:creationId xmlns:p14="http://schemas.microsoft.com/office/powerpoint/2010/main" val="20890340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7A48E-A992-45B2-387F-9D7784ECB330}"/>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A54073F4-BECA-4244-87C9-98ADE53CB440}"/>
              </a:ext>
            </a:extLst>
          </p:cNvPr>
          <p:cNvPicPr>
            <a:picLocks noChangeAspect="1"/>
          </p:cNvPicPr>
          <p:nvPr/>
        </p:nvPicPr>
        <p:blipFill>
          <a:blip r:embed="rId2"/>
          <a:srcRect/>
          <a:stretch/>
        </p:blipFill>
        <p:spPr>
          <a:xfrm>
            <a:off x="0" y="0"/>
            <a:ext cx="12191999" cy="6858000"/>
          </a:xfrm>
          <a:prstGeom prst="rect">
            <a:avLst/>
          </a:prstGeom>
        </p:spPr>
      </p:pic>
      <p:sp>
        <p:nvSpPr>
          <p:cNvPr id="19" name="CuadroTexto 18">
            <a:extLst>
              <a:ext uri="{FF2B5EF4-FFF2-40B4-BE49-F238E27FC236}">
                <a16:creationId xmlns:a16="http://schemas.microsoft.com/office/drawing/2014/main" id="{0A0CD324-6DCD-BA49-A073-078E28E36644}"/>
              </a:ext>
            </a:extLst>
          </p:cNvPr>
          <p:cNvSpPr txBox="1"/>
          <p:nvPr/>
        </p:nvSpPr>
        <p:spPr>
          <a:xfrm>
            <a:off x="929056" y="2377835"/>
            <a:ext cx="10260863" cy="839076"/>
          </a:xfrm>
          <a:prstGeom prst="rect">
            <a:avLst/>
          </a:prstGeom>
          <a:noFill/>
        </p:spPr>
        <p:txBody>
          <a:bodyPr wrap="square" rtlCol="0">
            <a:spAutoFit/>
          </a:bodyPr>
          <a:lstStyle/>
          <a:p>
            <a:pPr algn="ctr">
              <a:lnSpc>
                <a:spcPts val="6200"/>
              </a:lnSpc>
            </a:pPr>
            <a:r>
              <a:rPr lang="es-ES" sz="4000" dirty="0">
                <a:solidFill>
                  <a:schemeClr val="bg1"/>
                </a:solidFill>
                <a:latin typeface="DM Serif Display" pitchFamily="2" charset="0"/>
              </a:rPr>
              <a:t>Informe de análisis de datos </a:t>
            </a:r>
          </a:p>
        </p:txBody>
      </p:sp>
      <p:sp>
        <p:nvSpPr>
          <p:cNvPr id="20" name="Rectángulo 19">
            <a:extLst>
              <a:ext uri="{FF2B5EF4-FFF2-40B4-BE49-F238E27FC236}">
                <a16:creationId xmlns:a16="http://schemas.microsoft.com/office/drawing/2014/main" id="{B4095491-979B-8B42-8429-26E7A11D640F}"/>
              </a:ext>
            </a:extLst>
          </p:cNvPr>
          <p:cNvSpPr/>
          <p:nvPr/>
        </p:nvSpPr>
        <p:spPr>
          <a:xfrm>
            <a:off x="3713902" y="3165421"/>
            <a:ext cx="4690708" cy="338554"/>
          </a:xfrm>
          <a:prstGeom prst="rect">
            <a:avLst/>
          </a:prstGeom>
        </p:spPr>
        <p:txBody>
          <a:bodyPr wrap="none">
            <a:spAutoFit/>
          </a:bodyPr>
          <a:lstStyle/>
          <a:p>
            <a:pPr algn="ctr"/>
            <a:r>
              <a:rPr lang="es-ES" sz="1600" dirty="0">
                <a:solidFill>
                  <a:schemeClr val="bg1"/>
                </a:solidFill>
                <a:latin typeface="Montserrat Medium" pitchFamily="2" charset="77"/>
              </a:rPr>
              <a:t>SMART OFFICE DIPUTACIÓN DE VALÉNCIA</a:t>
            </a:r>
          </a:p>
        </p:txBody>
      </p:sp>
      <p:grpSp>
        <p:nvGrpSpPr>
          <p:cNvPr id="12" name="Grupo 11">
            <a:extLst>
              <a:ext uri="{FF2B5EF4-FFF2-40B4-BE49-F238E27FC236}">
                <a16:creationId xmlns:a16="http://schemas.microsoft.com/office/drawing/2014/main" id="{73B6F16C-54F4-3E42-8154-73204DB5AB81}"/>
              </a:ext>
            </a:extLst>
          </p:cNvPr>
          <p:cNvGrpSpPr/>
          <p:nvPr/>
        </p:nvGrpSpPr>
        <p:grpSpPr>
          <a:xfrm>
            <a:off x="4385750" y="5423925"/>
            <a:ext cx="3420501" cy="452108"/>
            <a:chOff x="371142" y="6122731"/>
            <a:chExt cx="1930011" cy="255101"/>
          </a:xfrm>
        </p:grpSpPr>
        <p:pic>
          <p:nvPicPr>
            <p:cNvPr id="13" name="Imagen 12">
              <a:extLst>
                <a:ext uri="{FF2B5EF4-FFF2-40B4-BE49-F238E27FC236}">
                  <a16:creationId xmlns:a16="http://schemas.microsoft.com/office/drawing/2014/main" id="{17082C2F-9498-9E42-97DB-9683ECA4B285}"/>
                </a:ext>
              </a:extLst>
            </p:cNvPr>
            <p:cNvPicPr>
              <a:picLocks noChangeAspect="1"/>
            </p:cNvPicPr>
            <p:nvPr/>
          </p:nvPicPr>
          <p:blipFill>
            <a:blip r:embed="rId3"/>
            <a:stretch>
              <a:fillRect/>
            </a:stretch>
          </p:blipFill>
          <p:spPr>
            <a:xfrm>
              <a:off x="371142" y="6124135"/>
              <a:ext cx="800069" cy="253697"/>
            </a:xfrm>
            <a:prstGeom prst="rect">
              <a:avLst/>
            </a:prstGeom>
          </p:spPr>
        </p:pic>
        <p:pic>
          <p:nvPicPr>
            <p:cNvPr id="14" name="Gráfico 13">
              <a:extLst>
                <a:ext uri="{FF2B5EF4-FFF2-40B4-BE49-F238E27FC236}">
                  <a16:creationId xmlns:a16="http://schemas.microsoft.com/office/drawing/2014/main" id="{3E5386C9-F033-1F4D-AFF0-48148740053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51036" y="6122731"/>
              <a:ext cx="950117" cy="254256"/>
            </a:xfrm>
            <a:prstGeom prst="rect">
              <a:avLst/>
            </a:prstGeom>
          </p:spPr>
        </p:pic>
      </p:grpSp>
    </p:spTree>
    <p:extLst>
      <p:ext uri="{BB962C8B-B14F-4D97-AF65-F5344CB8AC3E}">
        <p14:creationId xmlns:p14="http://schemas.microsoft.com/office/powerpoint/2010/main" val="4993996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iseño personalizado">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413</TotalTime>
  <Words>3286</Words>
  <Application>Microsoft Office PowerPoint</Application>
  <PresentationFormat>Panorámica</PresentationFormat>
  <Paragraphs>186</Paragraphs>
  <Slides>29</Slides>
  <Notes>7</Notes>
  <HiddenSlides>0</HiddenSlides>
  <MMClips>0</MMClips>
  <ScaleCrop>false</ScaleCrop>
  <HeadingPairs>
    <vt:vector size="6" baseType="variant">
      <vt:variant>
        <vt:lpstr>Fuentes usadas</vt:lpstr>
      </vt:variant>
      <vt:variant>
        <vt:i4>10</vt:i4>
      </vt:variant>
      <vt:variant>
        <vt:lpstr>Tema</vt:lpstr>
      </vt:variant>
      <vt:variant>
        <vt:i4>2</vt:i4>
      </vt:variant>
      <vt:variant>
        <vt:lpstr>Títulos de diapositiva</vt:lpstr>
      </vt:variant>
      <vt:variant>
        <vt:i4>29</vt:i4>
      </vt:variant>
    </vt:vector>
  </HeadingPairs>
  <TitlesOfParts>
    <vt:vector size="41" baseType="lpstr">
      <vt:lpstr>DM Serif Display</vt:lpstr>
      <vt:lpstr>Calibri Light</vt:lpstr>
      <vt:lpstr>Montserrat SemiBold</vt:lpstr>
      <vt:lpstr>Symbol</vt:lpstr>
      <vt:lpstr>Aptos Display</vt:lpstr>
      <vt:lpstr>Arial</vt:lpstr>
      <vt:lpstr>Montserrat Medium</vt:lpstr>
      <vt:lpstr>Aptos</vt:lpstr>
      <vt:lpstr>Montserrat</vt:lpstr>
      <vt:lpstr>Calibri</vt:lpstr>
      <vt:lpstr>Tema de Office</vt:lpstr>
      <vt:lpstr>Diseño personalizado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Maite</dc:creator>
  <cp:lastModifiedBy>Pere Lloret</cp:lastModifiedBy>
  <cp:revision>10</cp:revision>
  <dcterms:created xsi:type="dcterms:W3CDTF">2025-09-15T10:04:52Z</dcterms:created>
  <dcterms:modified xsi:type="dcterms:W3CDTF">2026-02-26T19:32:25Z</dcterms:modified>
</cp:coreProperties>
</file>